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slideMasters/_rels/slideMaster6.xml.rels" ContentType="application/vnd.openxmlformats-package.relationships+xml"/>
  <Override PartName="/ppt/slideMasters/_rels/slideMaster7.xml.rels" ContentType="application/vnd.openxmlformats-package.relationships+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slideLayouts/slideLayout1.xml" ContentType="application/vnd.openxmlformats-officedocument.presentationml.slideLayout+xml"/>
  <Override PartName="/ppt/slideLayouts/slideLayout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_rels/slideLayout9.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_rels/slide35.xml.rels" ContentType="application/vnd.openxmlformats-package.relationships+xml"/>
  <Override PartName="/ppt/slides/_rels/slide1.xml.rels" ContentType="application/vnd.openxmlformats-package.relationships+xml"/>
  <Override PartName="/ppt/slides/_rels/slide22.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38.xml.rels" ContentType="application/vnd.openxmlformats-package.relationships+xml"/>
  <Override PartName="/ppt/slides/_rels/slide5.xml.rels" ContentType="application/vnd.openxmlformats-package.relationships+xml"/>
  <Override PartName="/ppt/slides/_rels/slide39.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40.xml.rels" ContentType="application/vnd.openxmlformats-package.relationships+xml"/>
  <Override PartName="/ppt/slides/_rels/slide41.xml.rels" ContentType="application/vnd.openxmlformats-package.relationships+xml"/>
  <Override PartName="/ppt/presProps.xml" ContentType="application/vnd.openxmlformats-officedocument.presentationml.presProps+xml"/>
  <Override PartName="/ppt/media/image1.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Blank">
    <p:spTree>
      <p:nvGrpSpPr>
        <p:cNvPr id="1" name=""/>
        <p:cNvGrpSpPr/>
        <p:nvPr/>
      </p:nvGrpSpPr>
      <p:grpSpPr>
        <a:xfrm>
          <a:off x="0" y="0"/>
          <a:ext cx="0" cy="0"/>
          <a:chOff x="0" y="0"/>
          <a:chExt cx="0" cy="0"/>
        </a:xfrm>
      </p:grpSpPr>
      <p:sp>
        <p:nvSpPr>
          <p:cNvPr id="6" name="PlaceHolder 1"/>
          <p:cNvSpPr>
            <a:spLocks noGrp="1"/>
          </p:cNvSpPr>
          <p:nvPr>
            <p:ph type="title"/>
          </p:nvPr>
        </p:nvSpPr>
        <p:spPr>
          <a:xfrm>
            <a:off x="1024200" y="1022040"/>
            <a:ext cx="9718560" cy="625320"/>
          </a:xfrm>
          <a:prstGeom prst="rect">
            <a:avLst/>
          </a:prstGeom>
          <a:noFill/>
          <a:ln w="0">
            <a:noFill/>
          </a:ln>
        </p:spPr>
        <p:txBody>
          <a:bodyPr lIns="0" rIns="0" tIns="0" bIns="0" anchor="ctr">
            <a:spAutoFit/>
          </a:bodyPr>
          <a:p>
            <a:pPr indent="0" algn="ctr">
              <a:buNone/>
            </a:pPr>
            <a:endParaRPr b="0" lang="en-IN" sz="4400" strike="noStrike" u="none">
              <a:solidFill>
                <a:srgbClr val="000000"/>
              </a:solidFill>
              <a:effectLst/>
              <a:uFillTx/>
              <a:latin typeface="Arial"/>
            </a:endParaRPr>
          </a:p>
        </p:txBody>
      </p:sp>
      <p:sp>
        <p:nvSpPr>
          <p:cNvPr id="7" name="PlaceHolder 2"/>
          <p:cNvSpPr>
            <a:spLocks noGrp="1"/>
          </p:cNvSpPr>
          <p:nvPr>
            <p:ph/>
          </p:nvPr>
        </p:nvSpPr>
        <p:spPr>
          <a:xfrm>
            <a:off x="1024200" y="2286000"/>
            <a:ext cx="9718560" cy="4021920"/>
          </a:xfrm>
          <a:prstGeom prst="rect">
            <a:avLst/>
          </a:prstGeom>
          <a:noFill/>
          <a:ln w="0">
            <a:noFill/>
          </a:ln>
        </p:spPr>
        <p:txBody>
          <a:bodyPr lIns="0" rIns="0" tIns="0" bIns="0" anchor="t">
            <a:normAutofit/>
          </a:bodyPr>
          <a:p>
            <a:pPr indent="0">
              <a:spcBef>
                <a:spcPts val="1417"/>
              </a:spcBef>
              <a:buNone/>
            </a:pPr>
            <a:endParaRPr b="0" lang="en-IN" sz="3200" strike="noStrike" u="none">
              <a:solidFill>
                <a:srgbClr val="000000"/>
              </a:solidFill>
              <a:effectLst/>
              <a:uFillTx/>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14F11B92-CAC2-421F-95F3-4295D298C417}" type="slidenum">
              <a:t>&lt;#&gt;</a:t>
            </a:fld>
          </a:p>
        </p:txBody>
      </p:sp>
      <p:sp>
        <p:nvSpPr>
          <p:cNvPr id="6" name="PlaceHolder 5"/>
          <p:cNvSpPr>
            <a:spLocks noGrp="1"/>
          </p:cNvSpPr>
          <p:nvPr>
            <p:ph type="dt" idx="3"/>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Content with Caption">
    <p:spTree>
      <p:nvGrpSpPr>
        <p:cNvPr id="1" name=""/>
        <p:cNvGrpSpPr/>
        <p:nvPr/>
      </p:nvGrpSpPr>
      <p:grpSpPr>
        <a:xfrm>
          <a:off x="0" y="0"/>
          <a:ext cx="0" cy="0"/>
          <a:chOff x="0" y="0"/>
          <a:chExt cx="0" cy="0"/>
        </a:xfrm>
      </p:grpSpPr>
      <p:sp>
        <p:nvSpPr>
          <p:cNvPr id="14" name="PlaceHolder 1"/>
          <p:cNvSpPr>
            <a:spLocks noGrp="1"/>
          </p:cNvSpPr>
          <p:nvPr>
            <p:ph type="title"/>
          </p:nvPr>
        </p:nvSpPr>
        <p:spPr>
          <a:xfrm>
            <a:off x="1024200" y="1022040"/>
            <a:ext cx="9718560" cy="625320"/>
          </a:xfrm>
          <a:prstGeom prst="rect">
            <a:avLst/>
          </a:prstGeom>
          <a:noFill/>
          <a:ln w="0">
            <a:noFill/>
          </a:ln>
        </p:spPr>
        <p:txBody>
          <a:bodyPr lIns="0" rIns="0" tIns="0" bIns="0" anchor="ctr">
            <a:spAutoFit/>
          </a:bodyPr>
          <a:p>
            <a:pPr indent="0" algn="ctr">
              <a:buNone/>
            </a:pPr>
            <a:endParaRPr b="0" lang="en-IN" sz="4400" strike="noStrike" u="none">
              <a:solidFill>
                <a:srgbClr val="000000"/>
              </a:solidFill>
              <a:effectLst/>
              <a:uFillTx/>
              <a:latin typeface="Arial"/>
            </a:endParaRPr>
          </a:p>
        </p:txBody>
      </p:sp>
      <p:sp>
        <p:nvSpPr>
          <p:cNvPr id="15" name="PlaceHolder 2"/>
          <p:cNvSpPr>
            <a:spLocks noGrp="1"/>
          </p:cNvSpPr>
          <p:nvPr>
            <p:ph/>
          </p:nvPr>
        </p:nvSpPr>
        <p:spPr>
          <a:xfrm>
            <a:off x="1024200" y="2286000"/>
            <a:ext cx="9718560" cy="4021920"/>
          </a:xfrm>
          <a:prstGeom prst="rect">
            <a:avLst/>
          </a:prstGeom>
          <a:noFill/>
          <a:ln w="0">
            <a:noFill/>
          </a:ln>
        </p:spPr>
        <p:txBody>
          <a:bodyPr lIns="0" rIns="0" tIns="0" bIns="0" anchor="t">
            <a:normAutofit/>
          </a:bodyPr>
          <a:p>
            <a:pPr indent="0">
              <a:spcBef>
                <a:spcPts val="1417"/>
              </a:spcBef>
              <a:buNone/>
            </a:pPr>
            <a:endParaRPr b="0" lang="en-IN" sz="3200" strike="noStrike" u="none">
              <a:solidFill>
                <a:srgbClr val="000000"/>
              </a:solidFill>
              <a:effectLst/>
              <a:uFillTx/>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283BEF2F-00ED-4A8C-A3A8-43EA02D07F56}" type="slidenum">
              <a:t>&lt;#&gt;</a:t>
            </a:fld>
          </a:p>
        </p:txBody>
      </p:sp>
      <p:sp>
        <p:nvSpPr>
          <p:cNvPr id="6" name="PlaceHolder 5"/>
          <p:cNvSpPr>
            <a:spLocks noGrp="1"/>
          </p:cNvSpPr>
          <p:nvPr>
            <p:ph type="dt" idx="6"/>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Picture with Caption">
    <p:spTree>
      <p:nvGrpSpPr>
        <p:cNvPr id="1" name=""/>
        <p:cNvGrpSpPr/>
        <p:nvPr/>
      </p:nvGrpSpPr>
      <p:grpSpPr>
        <a:xfrm>
          <a:off x="0" y="0"/>
          <a:ext cx="0" cy="0"/>
          <a:chOff x="0" y="0"/>
          <a:chExt cx="0" cy="0"/>
        </a:xfrm>
      </p:grpSpPr>
      <p:sp>
        <p:nvSpPr>
          <p:cNvPr id="23" name="PlaceHolder 1"/>
          <p:cNvSpPr>
            <a:spLocks noGrp="1"/>
          </p:cNvSpPr>
          <p:nvPr>
            <p:ph type="title"/>
          </p:nvPr>
        </p:nvSpPr>
        <p:spPr>
          <a:xfrm>
            <a:off x="1024200" y="1022040"/>
            <a:ext cx="9718560" cy="625320"/>
          </a:xfrm>
          <a:prstGeom prst="rect">
            <a:avLst/>
          </a:prstGeom>
          <a:noFill/>
          <a:ln w="0">
            <a:noFill/>
          </a:ln>
        </p:spPr>
        <p:txBody>
          <a:bodyPr lIns="0" rIns="0" tIns="0" bIns="0" anchor="ctr">
            <a:spAutoFit/>
          </a:bodyPr>
          <a:p>
            <a:pPr indent="0" algn="ctr">
              <a:buNone/>
            </a:pPr>
            <a:endParaRPr b="0" lang="en-IN" sz="4400" strike="noStrike" u="none">
              <a:solidFill>
                <a:srgbClr val="000000"/>
              </a:solidFill>
              <a:effectLst/>
              <a:uFillTx/>
              <a:latin typeface="Arial"/>
            </a:endParaRPr>
          </a:p>
        </p:txBody>
      </p:sp>
      <p:sp>
        <p:nvSpPr>
          <p:cNvPr id="24" name="PlaceHolder 2"/>
          <p:cNvSpPr>
            <a:spLocks noGrp="1"/>
          </p:cNvSpPr>
          <p:nvPr>
            <p:ph/>
          </p:nvPr>
        </p:nvSpPr>
        <p:spPr>
          <a:xfrm>
            <a:off x="1024200" y="2286000"/>
            <a:ext cx="9718560" cy="4021920"/>
          </a:xfrm>
          <a:prstGeom prst="rect">
            <a:avLst/>
          </a:prstGeom>
          <a:noFill/>
          <a:ln w="0">
            <a:noFill/>
          </a:ln>
        </p:spPr>
        <p:txBody>
          <a:bodyPr lIns="0" rIns="0" tIns="0" bIns="0" anchor="t">
            <a:normAutofit/>
          </a:bodyPr>
          <a:p>
            <a:pPr indent="0">
              <a:spcBef>
                <a:spcPts val="1417"/>
              </a:spcBef>
              <a:buNone/>
            </a:pPr>
            <a:endParaRPr b="0" lang="en-IN" sz="3200" strike="noStrike" u="none">
              <a:solidFill>
                <a:srgbClr val="000000"/>
              </a:solidFill>
              <a:effectLst/>
              <a:uFillTx/>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88C3798B-C73F-4CA8-A653-170FE44BA6D4}" type="slidenum">
              <a:t>&lt;#&gt;</a:t>
            </a:fld>
          </a:p>
        </p:txBody>
      </p:sp>
      <p:sp>
        <p:nvSpPr>
          <p:cNvPr id="6" name="PlaceHolder 5"/>
          <p:cNvSpPr>
            <a:spLocks noGrp="1"/>
          </p:cNvSpPr>
          <p:nvPr>
            <p:ph type="dt" idx="9"/>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Slide">
    <p:spTree>
      <p:nvGrpSpPr>
        <p:cNvPr id="1" name=""/>
        <p:cNvGrpSpPr/>
        <p:nvPr/>
      </p:nvGrpSpPr>
      <p:grpSpPr>
        <a:xfrm>
          <a:off x="0" y="0"/>
          <a:ext cx="0" cy="0"/>
          <a:chOff x="0" y="0"/>
          <a:chExt cx="0" cy="0"/>
        </a:xfrm>
      </p:grpSpPr>
      <p:sp>
        <p:nvSpPr>
          <p:cNvPr id="34" name="PlaceHolder 1"/>
          <p:cNvSpPr>
            <a:spLocks noGrp="1"/>
          </p:cNvSpPr>
          <p:nvPr>
            <p:ph type="title"/>
          </p:nvPr>
        </p:nvSpPr>
        <p:spPr>
          <a:xfrm>
            <a:off x="1024200" y="1022040"/>
            <a:ext cx="9718560" cy="625320"/>
          </a:xfrm>
          <a:prstGeom prst="rect">
            <a:avLst/>
          </a:prstGeom>
          <a:noFill/>
          <a:ln w="0">
            <a:noFill/>
          </a:ln>
        </p:spPr>
        <p:txBody>
          <a:bodyPr lIns="0" rIns="0" tIns="0" bIns="0" anchor="ctr">
            <a:spAutoFit/>
          </a:bodyPr>
          <a:p>
            <a:pPr indent="0" algn="ctr">
              <a:buNone/>
            </a:pPr>
            <a:endParaRPr b="0" lang="en-IN" sz="4400" strike="noStrike" u="none">
              <a:solidFill>
                <a:srgbClr val="000000"/>
              </a:solidFill>
              <a:effectLst/>
              <a:uFillTx/>
              <a:latin typeface="Arial"/>
            </a:endParaRPr>
          </a:p>
        </p:txBody>
      </p:sp>
      <p:sp>
        <p:nvSpPr>
          <p:cNvPr id="35" name="PlaceHolder 2"/>
          <p:cNvSpPr>
            <a:spLocks noGrp="1"/>
          </p:cNvSpPr>
          <p:nvPr>
            <p:ph/>
          </p:nvPr>
        </p:nvSpPr>
        <p:spPr>
          <a:xfrm>
            <a:off x="1024200" y="2286000"/>
            <a:ext cx="9718560" cy="4021920"/>
          </a:xfrm>
          <a:prstGeom prst="rect">
            <a:avLst/>
          </a:prstGeom>
          <a:noFill/>
          <a:ln w="0">
            <a:noFill/>
          </a:ln>
        </p:spPr>
        <p:txBody>
          <a:bodyPr lIns="0" rIns="0" tIns="0" bIns="0" anchor="t">
            <a:normAutofit/>
          </a:bodyPr>
          <a:p>
            <a:pPr indent="0">
              <a:spcBef>
                <a:spcPts val="1417"/>
              </a:spcBef>
              <a:buNone/>
            </a:pPr>
            <a:endParaRPr b="0" lang="en-IN" sz="3200" strike="noStrike" u="none">
              <a:solidFill>
                <a:srgbClr val="000000"/>
              </a:solidFill>
              <a:effectLst/>
              <a:uFillTx/>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155A6308-CB02-4EC3-96A1-64D5D8669F1E}" type="slidenum">
              <a:t>&lt;#&gt;</a:t>
            </a:fld>
          </a:p>
        </p:txBody>
      </p:sp>
      <p:sp>
        <p:nvSpPr>
          <p:cNvPr id="6" name="PlaceHolder 5"/>
          <p:cNvSpPr>
            <a:spLocks noGrp="1"/>
          </p:cNvSpPr>
          <p:nvPr>
            <p:ph type="dt" idx="12"/>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Vertical Text">
    <p:spTree>
      <p:nvGrpSpPr>
        <p:cNvPr id="1" name=""/>
        <p:cNvGrpSpPr/>
        <p:nvPr/>
      </p:nvGrpSpPr>
      <p:grpSpPr>
        <a:xfrm>
          <a:off x="0" y="0"/>
          <a:ext cx="0" cy="0"/>
          <a:chOff x="0" y="0"/>
          <a:chExt cx="0" cy="0"/>
        </a:xfrm>
      </p:grpSpPr>
      <p:sp>
        <p:nvSpPr>
          <p:cNvPr id="42" name="PlaceHolder 1"/>
          <p:cNvSpPr>
            <a:spLocks noGrp="1"/>
          </p:cNvSpPr>
          <p:nvPr>
            <p:ph type="title"/>
          </p:nvPr>
        </p:nvSpPr>
        <p:spPr>
          <a:xfrm>
            <a:off x="1024200" y="1022040"/>
            <a:ext cx="9718560" cy="625320"/>
          </a:xfrm>
          <a:prstGeom prst="rect">
            <a:avLst/>
          </a:prstGeom>
          <a:noFill/>
          <a:ln w="0">
            <a:noFill/>
          </a:ln>
        </p:spPr>
        <p:txBody>
          <a:bodyPr lIns="0" rIns="0" tIns="0" bIns="0" anchor="ctr">
            <a:spAutoFit/>
          </a:bodyPr>
          <a:p>
            <a:pPr indent="0" algn="ctr">
              <a:buNone/>
            </a:pPr>
            <a:endParaRPr b="0" lang="en-IN" sz="4400" strike="noStrike" u="none">
              <a:solidFill>
                <a:srgbClr val="000000"/>
              </a:solidFill>
              <a:effectLst/>
              <a:uFillTx/>
              <a:latin typeface="Arial"/>
            </a:endParaRPr>
          </a:p>
        </p:txBody>
      </p:sp>
      <p:sp>
        <p:nvSpPr>
          <p:cNvPr id="43" name="PlaceHolder 2"/>
          <p:cNvSpPr>
            <a:spLocks noGrp="1"/>
          </p:cNvSpPr>
          <p:nvPr>
            <p:ph/>
          </p:nvPr>
        </p:nvSpPr>
        <p:spPr>
          <a:xfrm>
            <a:off x="1024200" y="2286000"/>
            <a:ext cx="9718560" cy="4021920"/>
          </a:xfrm>
          <a:prstGeom prst="rect">
            <a:avLst/>
          </a:prstGeom>
          <a:noFill/>
          <a:ln w="0">
            <a:noFill/>
          </a:ln>
        </p:spPr>
        <p:txBody>
          <a:bodyPr lIns="0" rIns="0" tIns="0" bIns="0" anchor="t">
            <a:normAutofit/>
          </a:bodyPr>
          <a:p>
            <a:pPr indent="0">
              <a:spcBef>
                <a:spcPts val="1417"/>
              </a:spcBef>
              <a:buNone/>
            </a:pPr>
            <a:endParaRPr b="0" lang="en-IN" sz="3200" strike="noStrike" u="none">
              <a:solidFill>
                <a:srgbClr val="000000"/>
              </a:solidFill>
              <a:effectLst/>
              <a:uFillTx/>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54ACC7D4-01F2-485E-B4F2-62B3078C6FB7}" type="slidenum">
              <a:t>&lt;#&gt;</a:t>
            </a:fld>
          </a:p>
        </p:txBody>
      </p:sp>
      <p:sp>
        <p:nvSpPr>
          <p:cNvPr id="6" name="PlaceHolder 5"/>
          <p:cNvSpPr>
            <a:spLocks noGrp="1"/>
          </p:cNvSpPr>
          <p:nvPr>
            <p:ph type="dt" idx="15"/>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Vertical Title and Text">
    <p:spTree>
      <p:nvGrpSpPr>
        <p:cNvPr id="1" name=""/>
        <p:cNvGrpSpPr/>
        <p:nvPr/>
      </p:nvGrpSpPr>
      <p:grpSpPr>
        <a:xfrm>
          <a:off x="0" y="0"/>
          <a:ext cx="0" cy="0"/>
          <a:chOff x="0" y="0"/>
          <a:chExt cx="0" cy="0"/>
        </a:xfrm>
      </p:grpSpPr>
      <p:sp>
        <p:nvSpPr>
          <p:cNvPr id="51" name="PlaceHolder 1"/>
          <p:cNvSpPr>
            <a:spLocks noGrp="1"/>
          </p:cNvSpPr>
          <p:nvPr>
            <p:ph type="title"/>
          </p:nvPr>
        </p:nvSpPr>
        <p:spPr>
          <a:xfrm>
            <a:off x="1024200" y="1022040"/>
            <a:ext cx="9718560" cy="625320"/>
          </a:xfrm>
          <a:prstGeom prst="rect">
            <a:avLst/>
          </a:prstGeom>
          <a:noFill/>
          <a:ln w="0">
            <a:noFill/>
          </a:ln>
        </p:spPr>
        <p:txBody>
          <a:bodyPr lIns="0" rIns="0" tIns="0" bIns="0" anchor="ctr">
            <a:spAutoFit/>
          </a:bodyPr>
          <a:p>
            <a:pPr indent="0" algn="ctr">
              <a:buNone/>
            </a:pPr>
            <a:endParaRPr b="0" lang="en-IN" sz="4400" strike="noStrike" u="none">
              <a:solidFill>
                <a:srgbClr val="000000"/>
              </a:solidFill>
              <a:effectLst/>
              <a:uFillTx/>
              <a:latin typeface="Arial"/>
            </a:endParaRPr>
          </a:p>
        </p:txBody>
      </p:sp>
      <p:sp>
        <p:nvSpPr>
          <p:cNvPr id="52" name="PlaceHolder 2"/>
          <p:cNvSpPr>
            <a:spLocks noGrp="1"/>
          </p:cNvSpPr>
          <p:nvPr>
            <p:ph/>
          </p:nvPr>
        </p:nvSpPr>
        <p:spPr>
          <a:xfrm>
            <a:off x="1024200" y="2286000"/>
            <a:ext cx="9718560" cy="4021920"/>
          </a:xfrm>
          <a:prstGeom prst="rect">
            <a:avLst/>
          </a:prstGeom>
          <a:noFill/>
          <a:ln w="0">
            <a:noFill/>
          </a:ln>
        </p:spPr>
        <p:txBody>
          <a:bodyPr lIns="0" rIns="0" tIns="0" bIns="0" anchor="t">
            <a:normAutofit/>
          </a:bodyPr>
          <a:p>
            <a:pPr indent="0">
              <a:spcBef>
                <a:spcPts val="1417"/>
              </a:spcBef>
              <a:buNone/>
            </a:pPr>
            <a:endParaRPr b="0" lang="en-IN" sz="3200" strike="noStrike" u="none">
              <a:solidFill>
                <a:srgbClr val="000000"/>
              </a:solidFill>
              <a:effectLst/>
              <a:uFillTx/>
              <a:latin typeface="Arial"/>
            </a:endParaRPr>
          </a:p>
        </p:txBody>
      </p:sp>
      <p:sp>
        <p:nvSpPr>
          <p:cNvPr id="4" name="PlaceHolder 3"/>
          <p:cNvSpPr>
            <a:spLocks noGrp="1"/>
          </p:cNvSpPr>
          <p:nvPr>
            <p:ph type="ftr" idx="16"/>
          </p:nvPr>
        </p:nvSpPr>
        <p:spPr/>
        <p:txBody>
          <a:bodyPr/>
          <a:p>
            <a:r>
              <a:t>Footer</a:t>
            </a:r>
          </a:p>
        </p:txBody>
      </p:sp>
      <p:sp>
        <p:nvSpPr>
          <p:cNvPr id="5" name="PlaceHolder 4"/>
          <p:cNvSpPr>
            <a:spLocks noGrp="1"/>
          </p:cNvSpPr>
          <p:nvPr>
            <p:ph type="sldNum" idx="17"/>
          </p:nvPr>
        </p:nvSpPr>
        <p:spPr/>
        <p:txBody>
          <a:bodyPr/>
          <a:p>
            <a:fld id="{1B2EF669-3051-477F-AC89-3AA3F6BF94F5}" type="slidenum">
              <a:t>&lt;#&gt;</a:t>
            </a:fld>
          </a:p>
        </p:txBody>
      </p:sp>
      <p:sp>
        <p:nvSpPr>
          <p:cNvPr id="6" name="PlaceHolder 5"/>
          <p:cNvSpPr>
            <a:spLocks noGrp="1"/>
          </p:cNvSpPr>
          <p:nvPr>
            <p:ph type="dt" idx="18"/>
          </p:nvPr>
        </p:nvSpPr>
        <p:spPr/>
        <p:txBody>
          <a:bodyPr/>
          <a:p>
            <a:r>
              <a:rPr lang="en-IN"/>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and Content">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53" name="Straight Connector 6"/>
          <p:cNvCxnSpPr/>
          <p:nvPr/>
        </p:nvCxnSpPr>
        <p:spPr>
          <a:xfrm flipV="1">
            <a:off x="761760" y="826200"/>
            <a:ext cx="1440" cy="915840"/>
          </a:xfrm>
          <a:prstGeom prst="straightConnector1">
            <a:avLst/>
          </a:prstGeom>
          <a:ln w="19080">
            <a:solidFill>
              <a:srgbClr val="1cade4"/>
            </a:solidFill>
            <a:round/>
          </a:ln>
        </p:spPr>
      </p:cxnSp>
      <p:sp>
        <p:nvSpPr>
          <p:cNvPr id="54" name="PlaceHolder 1"/>
          <p:cNvSpPr>
            <a:spLocks noGrp="1"/>
          </p:cNvSpPr>
          <p:nvPr>
            <p:ph type="title"/>
          </p:nvPr>
        </p:nvSpPr>
        <p:spPr>
          <a:xfrm>
            <a:off x="1024200" y="1197360"/>
            <a:ext cx="9718560" cy="274680"/>
          </a:xfrm>
          <a:prstGeom prst="rect">
            <a:avLst/>
          </a:prstGeom>
          <a:noFill/>
          <a:ln w="0">
            <a:noFill/>
          </a:ln>
        </p:spPr>
        <p:txBody>
          <a:bodyPr lIns="0" rIns="0" tIns="0" bIns="0" anchor="ctr">
            <a:spAutoFit/>
          </a:bodyPr>
          <a:p>
            <a:pPr indent="0">
              <a:lnSpc>
                <a:spcPct val="100000"/>
              </a:lnSpc>
              <a:buNone/>
              <a:tabLst>
                <a:tab algn="l" pos="0"/>
              </a:tabLst>
            </a:pPr>
            <a:r>
              <a:rPr b="0" lang="en-IN" sz="1800" strike="noStrike" u="none">
                <a:solidFill>
                  <a:srgbClr val="000000"/>
                </a:solidFill>
                <a:effectLst/>
                <a:uFillTx/>
                <a:latin typeface="Arial"/>
              </a:rPr>
              <a:t>Click to edit the title text format</a:t>
            </a:r>
            <a:endParaRPr b="0" lang="en-IN" sz="1800" strike="noStrike" u="none">
              <a:solidFill>
                <a:srgbClr val="000000"/>
              </a:solidFill>
              <a:effectLst/>
              <a:uFillTx/>
              <a:latin typeface="Arial"/>
            </a:endParaRPr>
          </a:p>
        </p:txBody>
      </p:sp>
      <p:sp>
        <p:nvSpPr>
          <p:cNvPr id="55" name="PlaceHolder 2"/>
          <p:cNvSpPr>
            <a:spLocks noGrp="1"/>
          </p:cNvSpPr>
          <p:nvPr>
            <p:ph type="ftr" idx="19"/>
          </p:nvPr>
        </p:nvSpPr>
        <p:spPr>
          <a:xfrm>
            <a:off x="4843080" y="6470640"/>
            <a:ext cx="5900040" cy="27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56" name="PlaceHolder 3"/>
          <p:cNvSpPr>
            <a:spLocks noGrp="1"/>
          </p:cNvSpPr>
          <p:nvPr>
            <p:ph type="sldNum" idx="20"/>
          </p:nvPr>
        </p:nvSpPr>
        <p:spPr>
          <a:xfrm>
            <a:off x="10837440" y="6470640"/>
            <a:ext cx="972360" cy="27288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tabLst>
                <a:tab algn="l" pos="0"/>
              </a:tabLst>
            </a:pPr>
            <a:fld id="{D1385E0D-DCAA-42F7-BF2E-36E7BAE0A267}"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sp>
        <p:nvSpPr>
          <p:cNvPr id="57" name="PlaceHolder 4"/>
          <p:cNvSpPr>
            <a:spLocks noGrp="1"/>
          </p:cNvSpPr>
          <p:nvPr>
            <p:ph type="dt" idx="21"/>
          </p:nvPr>
        </p:nvSpPr>
        <p:spPr>
          <a:xfrm>
            <a:off x="1024200" y="6470640"/>
            <a:ext cx="2152800" cy="272880"/>
          </a:xfrm>
          <a:prstGeom prst="rect">
            <a:avLst/>
          </a:prstGeom>
          <a:noFill/>
          <a:ln w="0">
            <a:noFill/>
          </a:ln>
        </p:spPr>
        <p:txBody>
          <a:bodyPr lIns="91440" rIns="91440" tIns="45720" bIns="45720" anchor="ctr">
            <a:noAutofit/>
          </a:bodyPr>
          <a:lstStyle>
            <a:lvl1pPr indent="0">
              <a:lnSpc>
                <a:spcPct val="100000"/>
              </a:lnSpc>
              <a:buNone/>
              <a:tabLst>
                <a:tab algn="l" pos="0"/>
              </a:tabLst>
              <a:defRPr b="0" lang="en-IN" sz="1400" strike="noStrike" u="none">
                <a:solidFill>
                  <a:srgbClr val="000000"/>
                </a:solidFill>
                <a:effectLst/>
                <a:uFillTx/>
                <a:latin typeface="Times New Roman"/>
              </a:defRPr>
            </a:lvl1pPr>
          </a:lstStyle>
          <a:p>
            <a:pPr indent="0">
              <a:lnSpc>
                <a:spcPct val="100000"/>
              </a:lnSpc>
              <a:buNone/>
              <a:tabLst>
                <a:tab algn="l" pos="0"/>
              </a:tabLst>
            </a:pPr>
            <a:r>
              <a:rPr b="0" lang="en-IN" sz="1400" strike="noStrike" u="none">
                <a:solidFill>
                  <a:srgbClr val="000000"/>
                </a:solidFill>
                <a:effectLst/>
                <a:uFillTx/>
                <a:latin typeface="Times New Roman"/>
              </a:rPr>
              <a:t>&lt;date/time&gt;</a:t>
            </a:r>
            <a:endParaRPr b="0" lang="en-IN" sz="1400" strike="noStrike" u="none">
              <a:solidFill>
                <a:srgbClr val="000000"/>
              </a:solidFill>
              <a:effectLst/>
              <a:uFillTx/>
              <a:latin typeface="Times New Roman"/>
            </a:endParaRPr>
          </a:p>
        </p:txBody>
      </p:sp>
      <p:sp>
        <p:nvSpPr>
          <p:cNvPr id="58" name="PlaceHolder 5"/>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IN" sz="3200" strike="noStrike" u="none">
                <a:solidFill>
                  <a:srgbClr val="000000"/>
                </a:solidFill>
                <a:effectLst/>
                <a:uFillTx/>
                <a:latin typeface="Arial"/>
              </a:rPr>
              <a:t>Click to edit the outline text format</a:t>
            </a:r>
            <a:endParaRPr b="0" lang="en-IN"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IN" sz="2800" strike="noStrike" u="none">
                <a:solidFill>
                  <a:srgbClr val="000000"/>
                </a:solidFill>
                <a:effectLst/>
                <a:uFillTx/>
                <a:latin typeface="Arial"/>
              </a:rPr>
              <a:t>Second Outline Level</a:t>
            </a:r>
            <a:endParaRPr b="0" lang="en-IN" sz="2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IN" sz="2400" strike="noStrike" u="none">
                <a:solidFill>
                  <a:srgbClr val="000000"/>
                </a:solidFill>
                <a:effectLst/>
                <a:uFillTx/>
                <a:latin typeface="Arial"/>
              </a:rPr>
              <a:t>Third Outline Level</a:t>
            </a:r>
            <a:endParaRPr b="0" lang="en-IN" sz="24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IN" sz="2000" strike="noStrike" u="none">
                <a:solidFill>
                  <a:srgbClr val="000000"/>
                </a:solidFill>
                <a:effectLst/>
                <a:uFillTx/>
                <a:latin typeface="Arial"/>
              </a:rPr>
              <a:t>Fourth Outline Level</a:t>
            </a:r>
            <a:endParaRPr b="0" lang="en-IN" sz="20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IN" sz="2000" strike="noStrike" u="none">
                <a:solidFill>
                  <a:srgbClr val="000000"/>
                </a:solidFill>
                <a:effectLst/>
                <a:uFillTx/>
                <a:latin typeface="Arial"/>
              </a:rPr>
              <a:t>Fifth Outline Level</a:t>
            </a:r>
            <a:endParaRPr b="0" lang="en-IN"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IN" sz="2000" strike="noStrike" u="none">
                <a:solidFill>
                  <a:srgbClr val="000000"/>
                </a:solidFill>
                <a:effectLst/>
                <a:uFillTx/>
                <a:latin typeface="Arial"/>
              </a:rPr>
              <a:t>Sixth Outline Level</a:t>
            </a:r>
            <a:endParaRPr b="0" lang="en-IN"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IN" sz="2000" strike="noStrike" u="none">
                <a:solidFill>
                  <a:srgbClr val="000000"/>
                </a:solidFill>
                <a:effectLst/>
                <a:uFillTx/>
                <a:latin typeface="Arial"/>
              </a:rPr>
              <a:t>Seventh Outline Level</a:t>
            </a:r>
            <a:endParaRPr b="0" lang="en-IN" sz="2000" strike="noStrike" u="none">
              <a:solidFill>
                <a:srgbClr val="000000"/>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65" name="Straight Connector 6"/>
          <p:cNvCxnSpPr/>
          <p:nvPr/>
        </p:nvCxnSpPr>
        <p:spPr>
          <a:xfrm flipV="1">
            <a:off x="761760" y="826200"/>
            <a:ext cx="1440" cy="915840"/>
          </a:xfrm>
          <a:prstGeom prst="straightConnector1">
            <a:avLst/>
          </a:prstGeom>
          <a:ln w="19080">
            <a:solidFill>
              <a:srgbClr val="1cade4"/>
            </a:solidFill>
            <a:round/>
          </a:ln>
        </p:spPr>
      </p:cxnSp>
      <p:sp>
        <p:nvSpPr>
          <p:cNvPr id="66" name="PlaceHolder 1"/>
          <p:cNvSpPr>
            <a:spLocks noGrp="1"/>
          </p:cNvSpPr>
          <p:nvPr>
            <p:ph type="title"/>
          </p:nvPr>
        </p:nvSpPr>
        <p:spPr>
          <a:xfrm>
            <a:off x="1024200" y="1197360"/>
            <a:ext cx="9718560" cy="274680"/>
          </a:xfrm>
          <a:prstGeom prst="rect">
            <a:avLst/>
          </a:prstGeom>
          <a:noFill/>
          <a:ln w="0">
            <a:noFill/>
          </a:ln>
        </p:spPr>
        <p:txBody>
          <a:bodyPr lIns="0" rIns="0" tIns="0" bIns="0" anchor="ctr">
            <a:spAutoFit/>
          </a:bodyPr>
          <a:p>
            <a:pPr indent="0">
              <a:lnSpc>
                <a:spcPct val="100000"/>
              </a:lnSpc>
              <a:buNone/>
              <a:tabLst>
                <a:tab algn="l" pos="0"/>
              </a:tabLst>
            </a:pPr>
            <a:r>
              <a:rPr b="0" lang="en-IN" sz="1800" strike="noStrike" u="none">
                <a:solidFill>
                  <a:srgbClr val="000000"/>
                </a:solidFill>
                <a:effectLst/>
                <a:uFillTx/>
                <a:latin typeface="Arial"/>
              </a:rPr>
              <a:t>Click to edit the title text format</a:t>
            </a:r>
            <a:endParaRPr b="0" lang="en-IN" sz="1800" strike="noStrike" u="none">
              <a:solidFill>
                <a:srgbClr val="000000"/>
              </a:solidFill>
              <a:effectLst/>
              <a:uFillTx/>
              <a:latin typeface="Arial"/>
            </a:endParaRPr>
          </a:p>
        </p:txBody>
      </p:sp>
      <p:sp>
        <p:nvSpPr>
          <p:cNvPr id="67" name="PlaceHolder 2"/>
          <p:cNvSpPr>
            <a:spLocks noGrp="1"/>
          </p:cNvSpPr>
          <p:nvPr>
            <p:ph type="body"/>
          </p:nvPr>
        </p:nvSpPr>
        <p:spPr>
          <a:xfrm>
            <a:off x="1024200" y="2286000"/>
            <a:ext cx="9718560" cy="4021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IN" sz="1800" strike="noStrike" u="none">
                <a:solidFill>
                  <a:srgbClr val="000000"/>
                </a:solidFill>
                <a:effectLst/>
                <a:uFillTx/>
                <a:latin typeface="Arial"/>
              </a:rPr>
              <a:t>Click to edit the outline text format</a:t>
            </a:r>
            <a:endParaRPr b="0" lang="en-IN"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IN" sz="1800" strike="noStrike" u="none">
                <a:solidFill>
                  <a:srgbClr val="000000"/>
                </a:solidFill>
                <a:effectLst/>
                <a:uFillTx/>
                <a:latin typeface="Arial"/>
              </a:rPr>
              <a:t>Second Outline Level</a:t>
            </a:r>
            <a:endParaRPr b="0" lang="en-IN"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IN" sz="1800" strike="noStrike" u="none">
                <a:solidFill>
                  <a:srgbClr val="000000"/>
                </a:solidFill>
                <a:effectLst/>
                <a:uFillTx/>
                <a:latin typeface="Arial"/>
              </a:rPr>
              <a:t>Third Outline Level</a:t>
            </a:r>
            <a:endParaRPr b="0" lang="en-IN"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IN" sz="1800" strike="noStrike" u="none">
                <a:solidFill>
                  <a:srgbClr val="000000"/>
                </a:solidFill>
                <a:effectLst/>
                <a:uFillTx/>
                <a:latin typeface="Arial"/>
              </a:rPr>
              <a:t>Fourth Outline Level</a:t>
            </a:r>
            <a:endParaRPr b="0" lang="en-IN"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IN" sz="1800" strike="noStrike" u="none">
                <a:solidFill>
                  <a:srgbClr val="000000"/>
                </a:solidFill>
                <a:effectLst/>
                <a:uFillTx/>
                <a:latin typeface="Arial"/>
              </a:rPr>
              <a:t>Fifth Outline Level</a:t>
            </a:r>
            <a:endParaRPr b="0" lang="en-IN"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IN" sz="1800" strike="noStrike" u="none">
                <a:solidFill>
                  <a:srgbClr val="000000"/>
                </a:solidFill>
                <a:effectLst/>
                <a:uFillTx/>
                <a:latin typeface="Arial"/>
              </a:rPr>
              <a:t>Sixth Outline Level</a:t>
            </a:r>
            <a:endParaRPr b="0" lang="en-IN"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IN" sz="1800" strike="noStrike" u="none">
                <a:solidFill>
                  <a:srgbClr val="000000"/>
                </a:solidFill>
                <a:effectLst/>
                <a:uFillTx/>
                <a:latin typeface="Arial"/>
              </a:rPr>
              <a:t>Seventh Outline Level</a:t>
            </a:r>
            <a:endParaRPr b="0" lang="en-IN" sz="1800" strike="noStrike" u="none">
              <a:solidFill>
                <a:srgbClr val="000000"/>
              </a:solidFill>
              <a:effectLst/>
              <a:uFillTx/>
              <a:latin typeface="Arial"/>
            </a:endParaRPr>
          </a:p>
        </p:txBody>
      </p:sp>
      <p:sp>
        <p:nvSpPr>
          <p:cNvPr id="68" name="PlaceHolder 3"/>
          <p:cNvSpPr>
            <a:spLocks noGrp="1"/>
          </p:cNvSpPr>
          <p:nvPr>
            <p:ph type="ftr" idx="25"/>
          </p:nvPr>
        </p:nvSpPr>
        <p:spPr>
          <a:xfrm>
            <a:off x="4843080" y="6470640"/>
            <a:ext cx="5900040" cy="27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69" name="PlaceHolder 4"/>
          <p:cNvSpPr>
            <a:spLocks noGrp="1"/>
          </p:cNvSpPr>
          <p:nvPr>
            <p:ph type="sldNum" idx="26"/>
          </p:nvPr>
        </p:nvSpPr>
        <p:spPr>
          <a:xfrm>
            <a:off x="10837440" y="6470640"/>
            <a:ext cx="972360" cy="27288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tabLst>
                <a:tab algn="l" pos="0"/>
              </a:tabLst>
            </a:pPr>
            <a:fld id="{B059299B-B012-4D8F-B3A5-1C0C25BA4190}"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sp>
        <p:nvSpPr>
          <p:cNvPr id="70" name="PlaceHolder 5"/>
          <p:cNvSpPr>
            <a:spLocks noGrp="1"/>
          </p:cNvSpPr>
          <p:nvPr>
            <p:ph type="dt" idx="27"/>
          </p:nvPr>
        </p:nvSpPr>
        <p:spPr>
          <a:xfrm>
            <a:off x="1024200" y="6470640"/>
            <a:ext cx="2152800" cy="272880"/>
          </a:xfrm>
          <a:prstGeom prst="rect">
            <a:avLst/>
          </a:prstGeom>
          <a:noFill/>
          <a:ln w="0">
            <a:noFill/>
          </a:ln>
        </p:spPr>
        <p:txBody>
          <a:bodyPr lIns="91440" rIns="91440" tIns="45720" bIns="45720" anchor="ctr">
            <a:noAutofit/>
          </a:bodyPr>
          <a:lstStyle>
            <a:lvl1pPr indent="0">
              <a:lnSpc>
                <a:spcPct val="100000"/>
              </a:lnSpc>
              <a:buNone/>
              <a:tabLst>
                <a:tab algn="l" pos="0"/>
              </a:tabLst>
              <a:defRPr b="0" lang="en-IN" sz="1400" strike="noStrike" u="none">
                <a:solidFill>
                  <a:srgbClr val="000000"/>
                </a:solidFill>
                <a:effectLst/>
                <a:uFillTx/>
                <a:latin typeface="Times New Roman"/>
              </a:defRPr>
            </a:lvl1pPr>
          </a:lstStyle>
          <a:p>
            <a:pPr indent="0">
              <a:lnSpc>
                <a:spcPct val="100000"/>
              </a:lnSpc>
              <a:buNone/>
              <a:tabLst>
                <a:tab algn="l" pos="0"/>
              </a:tabLst>
            </a:pPr>
            <a:r>
              <a:rPr b="0" lang="en-IN" sz="1400" strike="noStrike" u="none">
                <a:solidFill>
                  <a:srgbClr val="000000"/>
                </a:solidFill>
                <a:effectLst/>
                <a:uFillTx/>
                <a:latin typeface="Times New Roman"/>
              </a:rPr>
              <a:t>&lt;date/time&gt;</a:t>
            </a:r>
            <a:endParaRPr b="0" lang="en-IN" sz="1400" strike="noStrike" u="non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59" name="Straight Connector 6"/>
          <p:cNvCxnSpPr/>
          <p:nvPr/>
        </p:nvCxnSpPr>
        <p:spPr>
          <a:xfrm flipV="1">
            <a:off x="761760" y="826200"/>
            <a:ext cx="1440" cy="915840"/>
          </a:xfrm>
          <a:prstGeom prst="straightConnector1">
            <a:avLst/>
          </a:prstGeom>
          <a:ln w="19080">
            <a:solidFill>
              <a:srgbClr val="1cade4"/>
            </a:solidFill>
            <a:round/>
          </a:ln>
        </p:spPr>
      </p:cxnSp>
      <p:sp>
        <p:nvSpPr>
          <p:cNvPr id="60" name="PlaceHolder 1"/>
          <p:cNvSpPr>
            <a:spLocks noGrp="1"/>
          </p:cNvSpPr>
          <p:nvPr>
            <p:ph type="title"/>
          </p:nvPr>
        </p:nvSpPr>
        <p:spPr>
          <a:xfrm>
            <a:off x="1024200" y="1197360"/>
            <a:ext cx="9718560" cy="274680"/>
          </a:xfrm>
          <a:prstGeom prst="rect">
            <a:avLst/>
          </a:prstGeom>
          <a:noFill/>
          <a:ln w="0">
            <a:noFill/>
          </a:ln>
        </p:spPr>
        <p:txBody>
          <a:bodyPr lIns="0" rIns="0" tIns="0" bIns="0" anchor="ctr">
            <a:spAutoFit/>
          </a:bodyPr>
          <a:p>
            <a:pPr indent="0">
              <a:lnSpc>
                <a:spcPct val="100000"/>
              </a:lnSpc>
              <a:buNone/>
              <a:tabLst>
                <a:tab algn="l" pos="0"/>
              </a:tabLst>
            </a:pPr>
            <a:r>
              <a:rPr b="0" lang="en-IN" sz="1800" strike="noStrike" u="none">
                <a:solidFill>
                  <a:srgbClr val="000000"/>
                </a:solidFill>
                <a:effectLst/>
                <a:uFillTx/>
                <a:latin typeface="Arial"/>
              </a:rPr>
              <a:t>Click to edit the title text format</a:t>
            </a:r>
            <a:endParaRPr b="0" lang="en-IN" sz="1800" strike="noStrike" u="none">
              <a:solidFill>
                <a:srgbClr val="000000"/>
              </a:solidFill>
              <a:effectLst/>
              <a:uFillTx/>
              <a:latin typeface="Arial"/>
            </a:endParaRPr>
          </a:p>
        </p:txBody>
      </p:sp>
      <p:sp>
        <p:nvSpPr>
          <p:cNvPr id="61" name="PlaceHolder 2"/>
          <p:cNvSpPr>
            <a:spLocks noGrp="1"/>
          </p:cNvSpPr>
          <p:nvPr>
            <p:ph type="body"/>
          </p:nvPr>
        </p:nvSpPr>
        <p:spPr>
          <a:xfrm>
            <a:off x="1024200" y="2286000"/>
            <a:ext cx="9718560" cy="4021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IN" sz="1800" strike="noStrike" u="none">
                <a:solidFill>
                  <a:srgbClr val="000000"/>
                </a:solidFill>
                <a:effectLst/>
                <a:uFillTx/>
                <a:latin typeface="Arial"/>
              </a:rPr>
              <a:t>Click to edit the outline text format</a:t>
            </a:r>
            <a:endParaRPr b="0" lang="en-IN"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IN" sz="1800" strike="noStrike" u="none">
                <a:solidFill>
                  <a:srgbClr val="000000"/>
                </a:solidFill>
                <a:effectLst/>
                <a:uFillTx/>
                <a:latin typeface="Arial"/>
              </a:rPr>
              <a:t>Second Outline Level</a:t>
            </a:r>
            <a:endParaRPr b="0" lang="en-IN"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IN" sz="1800" strike="noStrike" u="none">
                <a:solidFill>
                  <a:srgbClr val="000000"/>
                </a:solidFill>
                <a:effectLst/>
                <a:uFillTx/>
                <a:latin typeface="Arial"/>
              </a:rPr>
              <a:t>Third Outline Level</a:t>
            </a:r>
            <a:endParaRPr b="0" lang="en-IN"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IN" sz="1800" strike="noStrike" u="none">
                <a:solidFill>
                  <a:srgbClr val="000000"/>
                </a:solidFill>
                <a:effectLst/>
                <a:uFillTx/>
                <a:latin typeface="Arial"/>
              </a:rPr>
              <a:t>Fourth Outline Level</a:t>
            </a:r>
            <a:endParaRPr b="0" lang="en-IN"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IN" sz="1800" strike="noStrike" u="none">
                <a:solidFill>
                  <a:srgbClr val="000000"/>
                </a:solidFill>
                <a:effectLst/>
                <a:uFillTx/>
                <a:latin typeface="Arial"/>
              </a:rPr>
              <a:t>Fifth Outline Level</a:t>
            </a:r>
            <a:endParaRPr b="0" lang="en-IN"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IN" sz="1800" strike="noStrike" u="none">
                <a:solidFill>
                  <a:srgbClr val="000000"/>
                </a:solidFill>
                <a:effectLst/>
                <a:uFillTx/>
                <a:latin typeface="Arial"/>
              </a:rPr>
              <a:t>Sixth Outline Level</a:t>
            </a:r>
            <a:endParaRPr b="0" lang="en-IN"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IN" sz="1800" strike="noStrike" u="none">
                <a:solidFill>
                  <a:srgbClr val="000000"/>
                </a:solidFill>
                <a:effectLst/>
                <a:uFillTx/>
                <a:latin typeface="Arial"/>
              </a:rPr>
              <a:t>Seventh Outline Level</a:t>
            </a:r>
            <a:endParaRPr b="0" lang="en-IN" sz="1800" strike="noStrike" u="none">
              <a:solidFill>
                <a:srgbClr val="000000"/>
              </a:solidFill>
              <a:effectLst/>
              <a:uFillTx/>
              <a:latin typeface="Arial"/>
            </a:endParaRPr>
          </a:p>
        </p:txBody>
      </p:sp>
      <p:sp>
        <p:nvSpPr>
          <p:cNvPr id="62" name="PlaceHolder 3"/>
          <p:cNvSpPr>
            <a:spLocks noGrp="1"/>
          </p:cNvSpPr>
          <p:nvPr>
            <p:ph type="ftr" idx="22"/>
          </p:nvPr>
        </p:nvSpPr>
        <p:spPr>
          <a:xfrm>
            <a:off x="4843080" y="6470640"/>
            <a:ext cx="5900040" cy="27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63" name="PlaceHolder 4"/>
          <p:cNvSpPr>
            <a:spLocks noGrp="1"/>
          </p:cNvSpPr>
          <p:nvPr>
            <p:ph type="sldNum" idx="23"/>
          </p:nvPr>
        </p:nvSpPr>
        <p:spPr>
          <a:xfrm>
            <a:off x="10837440" y="6470640"/>
            <a:ext cx="972360" cy="27288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tabLst>
                <a:tab algn="l" pos="0"/>
              </a:tabLst>
            </a:pPr>
            <a:fld id="{B89FAA35-AB70-46E8-A2C6-180ADBFF7D3B}"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sp>
        <p:nvSpPr>
          <p:cNvPr id="64" name="PlaceHolder 5"/>
          <p:cNvSpPr>
            <a:spLocks noGrp="1"/>
          </p:cNvSpPr>
          <p:nvPr>
            <p:ph type="dt" idx="24"/>
          </p:nvPr>
        </p:nvSpPr>
        <p:spPr>
          <a:xfrm>
            <a:off x="1024200" y="6470640"/>
            <a:ext cx="2152800" cy="272880"/>
          </a:xfrm>
          <a:prstGeom prst="rect">
            <a:avLst/>
          </a:prstGeom>
          <a:noFill/>
          <a:ln w="0">
            <a:noFill/>
          </a:ln>
        </p:spPr>
        <p:txBody>
          <a:bodyPr lIns="91440" rIns="91440" tIns="45720" bIns="45720" anchor="ctr">
            <a:noAutofit/>
          </a:bodyPr>
          <a:lstStyle>
            <a:lvl1pPr indent="0">
              <a:lnSpc>
                <a:spcPct val="100000"/>
              </a:lnSpc>
              <a:buNone/>
              <a:tabLst>
                <a:tab algn="l" pos="0"/>
              </a:tabLst>
              <a:defRPr b="0" lang="en-IN" sz="1400" strike="noStrike" u="none">
                <a:solidFill>
                  <a:srgbClr val="000000"/>
                </a:solidFill>
                <a:effectLst/>
                <a:uFillTx/>
                <a:latin typeface="Times New Roman"/>
              </a:defRPr>
            </a:lvl1pPr>
          </a:lstStyle>
          <a:p>
            <a:pPr indent="0">
              <a:lnSpc>
                <a:spcPct val="100000"/>
              </a:lnSpc>
              <a:buNone/>
              <a:tabLst>
                <a:tab algn="l" pos="0"/>
              </a:tabLst>
            </a:pPr>
            <a:r>
              <a:rPr b="0" lang="en-IN" sz="1400" strike="noStrike" u="none">
                <a:solidFill>
                  <a:srgbClr val="000000"/>
                </a:solidFill>
                <a:effectLst/>
                <a:uFillTx/>
                <a:latin typeface="Times New Roman"/>
              </a:rPr>
              <a:t>&lt;date/time&gt;</a:t>
            </a:r>
            <a:endParaRPr b="0" lang="en-IN" sz="1400" strike="noStrike" u="non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1">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71" name="Straight Connector 6"/>
          <p:cNvCxnSpPr/>
          <p:nvPr/>
        </p:nvCxnSpPr>
        <p:spPr>
          <a:xfrm flipV="1">
            <a:off x="761760" y="826200"/>
            <a:ext cx="1440" cy="915840"/>
          </a:xfrm>
          <a:prstGeom prst="straightConnector1">
            <a:avLst/>
          </a:prstGeom>
          <a:ln w="19080">
            <a:solidFill>
              <a:srgbClr val="1cade4"/>
            </a:solidFill>
            <a:round/>
          </a:ln>
        </p:spPr>
      </p:cxnSp>
      <p:sp>
        <p:nvSpPr>
          <p:cNvPr id="72" name="PlaceHolder 1"/>
          <p:cNvSpPr>
            <a:spLocks noGrp="1"/>
          </p:cNvSpPr>
          <p:nvPr>
            <p:ph type="title"/>
          </p:nvPr>
        </p:nvSpPr>
        <p:spPr>
          <a:xfrm>
            <a:off x="1024200" y="1197360"/>
            <a:ext cx="9718560" cy="274680"/>
          </a:xfrm>
          <a:prstGeom prst="rect">
            <a:avLst/>
          </a:prstGeom>
          <a:noFill/>
          <a:ln w="0">
            <a:noFill/>
          </a:ln>
        </p:spPr>
        <p:txBody>
          <a:bodyPr lIns="0" rIns="0" tIns="0" bIns="0" anchor="ctr">
            <a:spAutoFit/>
          </a:bodyPr>
          <a:p>
            <a:pPr indent="0">
              <a:lnSpc>
                <a:spcPct val="100000"/>
              </a:lnSpc>
              <a:buNone/>
              <a:tabLst>
                <a:tab algn="l" pos="0"/>
              </a:tabLst>
            </a:pPr>
            <a:r>
              <a:rPr b="0" lang="en-IN" sz="1800" strike="noStrike" u="none">
                <a:solidFill>
                  <a:srgbClr val="000000"/>
                </a:solidFill>
                <a:effectLst/>
                <a:uFillTx/>
                <a:latin typeface="Arial"/>
              </a:rPr>
              <a:t>Click to edit the title text format</a:t>
            </a:r>
            <a:endParaRPr b="0" lang="en-IN" sz="1800" strike="noStrike" u="none">
              <a:solidFill>
                <a:srgbClr val="000000"/>
              </a:solidFill>
              <a:effectLst/>
              <a:uFillTx/>
              <a:latin typeface="Arial"/>
            </a:endParaRPr>
          </a:p>
        </p:txBody>
      </p:sp>
      <p:sp>
        <p:nvSpPr>
          <p:cNvPr id="73" name="PlaceHolder 2"/>
          <p:cNvSpPr>
            <a:spLocks noGrp="1"/>
          </p:cNvSpPr>
          <p:nvPr>
            <p:ph type="body"/>
          </p:nvPr>
        </p:nvSpPr>
        <p:spPr>
          <a:xfrm>
            <a:off x="1024200" y="2286000"/>
            <a:ext cx="9718560" cy="4021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IN" sz="1800" strike="noStrike" u="none">
                <a:solidFill>
                  <a:srgbClr val="000000"/>
                </a:solidFill>
                <a:effectLst/>
                <a:uFillTx/>
                <a:latin typeface="Arial"/>
              </a:rPr>
              <a:t>Click to edit the outline text format</a:t>
            </a:r>
            <a:endParaRPr b="0" lang="en-IN"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IN" sz="1800" strike="noStrike" u="none">
                <a:solidFill>
                  <a:srgbClr val="000000"/>
                </a:solidFill>
                <a:effectLst/>
                <a:uFillTx/>
                <a:latin typeface="Arial"/>
              </a:rPr>
              <a:t>Second Outline Level</a:t>
            </a:r>
            <a:endParaRPr b="0" lang="en-IN"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IN" sz="1800" strike="noStrike" u="none">
                <a:solidFill>
                  <a:srgbClr val="000000"/>
                </a:solidFill>
                <a:effectLst/>
                <a:uFillTx/>
                <a:latin typeface="Arial"/>
              </a:rPr>
              <a:t>Third Outline Level</a:t>
            </a:r>
            <a:endParaRPr b="0" lang="en-IN"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IN" sz="1800" strike="noStrike" u="none">
                <a:solidFill>
                  <a:srgbClr val="000000"/>
                </a:solidFill>
                <a:effectLst/>
                <a:uFillTx/>
                <a:latin typeface="Arial"/>
              </a:rPr>
              <a:t>Fourth Outline Level</a:t>
            </a:r>
            <a:endParaRPr b="0" lang="en-IN"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IN" sz="1800" strike="noStrike" u="none">
                <a:solidFill>
                  <a:srgbClr val="000000"/>
                </a:solidFill>
                <a:effectLst/>
                <a:uFillTx/>
                <a:latin typeface="Arial"/>
              </a:rPr>
              <a:t>Fifth Outline Level</a:t>
            </a:r>
            <a:endParaRPr b="0" lang="en-IN"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IN" sz="1800" strike="noStrike" u="none">
                <a:solidFill>
                  <a:srgbClr val="000000"/>
                </a:solidFill>
                <a:effectLst/>
                <a:uFillTx/>
                <a:latin typeface="Arial"/>
              </a:rPr>
              <a:t>Sixth Outline Level</a:t>
            </a:r>
            <a:endParaRPr b="0" lang="en-IN"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IN" sz="1800" strike="noStrike" u="none">
                <a:solidFill>
                  <a:srgbClr val="000000"/>
                </a:solidFill>
                <a:effectLst/>
                <a:uFillTx/>
                <a:latin typeface="Arial"/>
              </a:rPr>
              <a:t>Seventh Outline Level</a:t>
            </a:r>
            <a:endParaRPr b="0" lang="en-IN" sz="1800" strike="noStrike" u="none">
              <a:solidFill>
                <a:srgbClr val="000000"/>
              </a:solidFill>
              <a:effectLst/>
              <a:uFillTx/>
              <a:latin typeface="Arial"/>
            </a:endParaRPr>
          </a:p>
        </p:txBody>
      </p:sp>
      <p:sp>
        <p:nvSpPr>
          <p:cNvPr id="74" name="PlaceHolder 3"/>
          <p:cNvSpPr>
            <a:spLocks noGrp="1"/>
          </p:cNvSpPr>
          <p:nvPr>
            <p:ph type="ftr" idx="28"/>
          </p:nvPr>
        </p:nvSpPr>
        <p:spPr>
          <a:xfrm>
            <a:off x="4843080" y="6470640"/>
            <a:ext cx="5900040" cy="27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75" name="PlaceHolder 4"/>
          <p:cNvSpPr>
            <a:spLocks noGrp="1"/>
          </p:cNvSpPr>
          <p:nvPr>
            <p:ph type="sldNum" idx="29"/>
          </p:nvPr>
        </p:nvSpPr>
        <p:spPr>
          <a:xfrm>
            <a:off x="10837440" y="6470640"/>
            <a:ext cx="972360" cy="27288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tabLst>
                <a:tab algn="l" pos="0"/>
              </a:tabLst>
            </a:pPr>
            <a:fld id="{13185A83-65D4-4BC7-AF7C-A3E741119605}"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sp>
        <p:nvSpPr>
          <p:cNvPr id="76" name="PlaceHolder 5"/>
          <p:cNvSpPr>
            <a:spLocks noGrp="1"/>
          </p:cNvSpPr>
          <p:nvPr>
            <p:ph type="dt" idx="30"/>
          </p:nvPr>
        </p:nvSpPr>
        <p:spPr>
          <a:xfrm>
            <a:off x="1024200" y="6470640"/>
            <a:ext cx="2152800" cy="272880"/>
          </a:xfrm>
          <a:prstGeom prst="rect">
            <a:avLst/>
          </a:prstGeom>
          <a:noFill/>
          <a:ln w="0">
            <a:noFill/>
          </a:ln>
        </p:spPr>
        <p:txBody>
          <a:bodyPr lIns="91440" rIns="91440" tIns="45720" bIns="45720" anchor="ctr">
            <a:noAutofit/>
          </a:bodyPr>
          <a:lstStyle>
            <a:lvl1pPr indent="0">
              <a:lnSpc>
                <a:spcPct val="100000"/>
              </a:lnSpc>
              <a:buNone/>
              <a:tabLst>
                <a:tab algn="l" pos="0"/>
              </a:tabLst>
              <a:defRPr b="0" lang="en-IN" sz="1400" strike="noStrike" u="none">
                <a:solidFill>
                  <a:srgbClr val="000000"/>
                </a:solidFill>
                <a:effectLst/>
                <a:uFillTx/>
                <a:latin typeface="Times New Roman"/>
              </a:defRPr>
            </a:lvl1pPr>
          </a:lstStyle>
          <a:p>
            <a:pPr indent="0">
              <a:lnSpc>
                <a:spcPct val="100000"/>
              </a:lnSpc>
              <a:buNone/>
              <a:tabLst>
                <a:tab algn="l" pos="0"/>
              </a:tabLst>
            </a:pPr>
            <a:r>
              <a:rPr b="0" lang="en-IN" sz="1400" strike="noStrike" u="none">
                <a:solidFill>
                  <a:srgbClr val="000000"/>
                </a:solidFill>
                <a:effectLst/>
                <a:uFillTx/>
                <a:latin typeface="Times New Roman"/>
              </a:rPr>
              <a:t>&lt;date/time&gt;</a:t>
            </a:r>
            <a:endParaRPr b="0" lang="en-IN" sz="1400" strike="noStrike" u="non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77" name="Straight Connector 6"/>
          <p:cNvCxnSpPr/>
          <p:nvPr/>
        </p:nvCxnSpPr>
        <p:spPr>
          <a:xfrm flipV="1">
            <a:off x="761760" y="826200"/>
            <a:ext cx="1440" cy="915840"/>
          </a:xfrm>
          <a:prstGeom prst="straightConnector1">
            <a:avLst/>
          </a:prstGeom>
          <a:ln w="19080">
            <a:solidFill>
              <a:srgbClr val="1cade4"/>
            </a:solidFill>
            <a:round/>
          </a:ln>
        </p:spPr>
      </p:cxnSp>
      <p:sp>
        <p:nvSpPr>
          <p:cNvPr id="78" name="PlaceHolder 1"/>
          <p:cNvSpPr>
            <a:spLocks noGrp="1"/>
          </p:cNvSpPr>
          <p:nvPr>
            <p:ph type="ftr" idx="31"/>
          </p:nvPr>
        </p:nvSpPr>
        <p:spPr>
          <a:xfrm>
            <a:off x="4843080" y="6470640"/>
            <a:ext cx="5900040" cy="27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79" name="PlaceHolder 2"/>
          <p:cNvSpPr>
            <a:spLocks noGrp="1"/>
          </p:cNvSpPr>
          <p:nvPr>
            <p:ph type="sldNum" idx="32"/>
          </p:nvPr>
        </p:nvSpPr>
        <p:spPr>
          <a:xfrm>
            <a:off x="10837440" y="6470640"/>
            <a:ext cx="972360" cy="27288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tabLst>
                <a:tab algn="l" pos="0"/>
              </a:tabLst>
            </a:pPr>
            <a:fld id="{F365FC47-D24F-4D5D-8390-522B42E78D17}"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sp>
        <p:nvSpPr>
          <p:cNvPr id="80" name="PlaceHolder 3"/>
          <p:cNvSpPr>
            <a:spLocks noGrp="1"/>
          </p:cNvSpPr>
          <p:nvPr>
            <p:ph type="dt" idx="33"/>
          </p:nvPr>
        </p:nvSpPr>
        <p:spPr>
          <a:xfrm>
            <a:off x="1024200" y="6470640"/>
            <a:ext cx="2152800" cy="272880"/>
          </a:xfrm>
          <a:prstGeom prst="rect">
            <a:avLst/>
          </a:prstGeom>
          <a:noFill/>
          <a:ln w="0">
            <a:noFill/>
          </a:ln>
        </p:spPr>
        <p:txBody>
          <a:bodyPr lIns="91440" rIns="91440" tIns="45720" bIns="45720" anchor="ctr">
            <a:noAutofit/>
          </a:bodyPr>
          <a:lstStyle>
            <a:lvl1pPr indent="0">
              <a:lnSpc>
                <a:spcPct val="100000"/>
              </a:lnSpc>
              <a:buNone/>
              <a:tabLst>
                <a:tab algn="l" pos="0"/>
              </a:tabLst>
              <a:defRPr b="0" lang="en-IN" sz="1400" strike="noStrike" u="none">
                <a:solidFill>
                  <a:srgbClr val="000000"/>
                </a:solidFill>
                <a:effectLst/>
                <a:uFillTx/>
                <a:latin typeface="Times New Roman"/>
              </a:defRPr>
            </a:lvl1pPr>
          </a:lstStyle>
          <a:p>
            <a:pPr indent="0">
              <a:lnSpc>
                <a:spcPct val="100000"/>
              </a:lnSpc>
              <a:buNone/>
              <a:tabLst>
                <a:tab algn="l" pos="0"/>
              </a:tabLst>
            </a:pPr>
            <a:r>
              <a:rPr b="0" lang="en-IN" sz="1400" strike="noStrike" u="none">
                <a:solidFill>
                  <a:srgbClr val="000000"/>
                </a:solidFill>
                <a:effectLst/>
                <a:uFillTx/>
                <a:latin typeface="Times New Roman"/>
              </a:rPr>
              <a:t>&lt;date/time&gt;</a:t>
            </a:r>
            <a:endParaRPr b="0" lang="en-IN" sz="1400" strike="noStrike" u="none">
              <a:solidFill>
                <a:srgbClr val="000000"/>
              </a:solidFill>
              <a:effectLst/>
              <a:uFillTx/>
              <a:latin typeface="Times New Roman"/>
            </a:endParaRPr>
          </a:p>
        </p:txBody>
      </p:sp>
      <p:sp>
        <p:nvSpPr>
          <p:cNvPr id="81" name="PlaceHolder 4"/>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lgn="ctr">
              <a:lnSpc>
                <a:spcPct val="100000"/>
              </a:lnSpc>
              <a:buNone/>
              <a:tabLst>
                <a:tab algn="l" pos="0"/>
              </a:tabLst>
            </a:pPr>
            <a:r>
              <a:rPr b="0" lang="en-IN" sz="4400" strike="noStrike" u="none">
                <a:solidFill>
                  <a:srgbClr val="000000"/>
                </a:solidFill>
                <a:effectLst/>
                <a:uFillTx/>
                <a:latin typeface="Arial"/>
              </a:rPr>
              <a:t>Click to edit the title text format</a:t>
            </a:r>
            <a:endParaRPr b="0" lang="en-IN" sz="4400" strike="noStrike" u="none">
              <a:solidFill>
                <a:srgbClr val="000000"/>
              </a:solidFill>
              <a:effectLst/>
              <a:uFillTx/>
              <a:latin typeface="Arial"/>
            </a:endParaRPr>
          </a:p>
        </p:txBody>
      </p:sp>
      <p:sp>
        <p:nvSpPr>
          <p:cNvPr id="82" name="PlaceHolder 5"/>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IN" sz="3200" strike="noStrike" u="none">
                <a:solidFill>
                  <a:srgbClr val="000000"/>
                </a:solidFill>
                <a:effectLst/>
                <a:uFillTx/>
                <a:latin typeface="Arial"/>
              </a:rPr>
              <a:t>Click to edit the outline text format</a:t>
            </a:r>
            <a:endParaRPr b="0" lang="en-IN"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IN" sz="2800" strike="noStrike" u="none">
                <a:solidFill>
                  <a:srgbClr val="000000"/>
                </a:solidFill>
                <a:effectLst/>
                <a:uFillTx/>
                <a:latin typeface="Arial"/>
              </a:rPr>
              <a:t>Second Outline Level</a:t>
            </a:r>
            <a:endParaRPr b="0" lang="en-IN" sz="2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IN" sz="2400" strike="noStrike" u="none">
                <a:solidFill>
                  <a:srgbClr val="000000"/>
                </a:solidFill>
                <a:effectLst/>
                <a:uFillTx/>
                <a:latin typeface="Arial"/>
              </a:rPr>
              <a:t>Third Outline Level</a:t>
            </a:r>
            <a:endParaRPr b="0" lang="en-IN" sz="24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IN" sz="2000" strike="noStrike" u="none">
                <a:solidFill>
                  <a:srgbClr val="000000"/>
                </a:solidFill>
                <a:effectLst/>
                <a:uFillTx/>
                <a:latin typeface="Arial"/>
              </a:rPr>
              <a:t>Fourth Outline Level</a:t>
            </a:r>
            <a:endParaRPr b="0" lang="en-IN" sz="20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IN" sz="2000" strike="noStrike" u="none">
                <a:solidFill>
                  <a:srgbClr val="000000"/>
                </a:solidFill>
                <a:effectLst/>
                <a:uFillTx/>
                <a:latin typeface="Arial"/>
              </a:rPr>
              <a:t>Fifth Outline Level</a:t>
            </a:r>
            <a:endParaRPr b="0" lang="en-IN"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IN" sz="2000" strike="noStrike" u="none">
                <a:solidFill>
                  <a:srgbClr val="000000"/>
                </a:solidFill>
                <a:effectLst/>
                <a:uFillTx/>
                <a:latin typeface="Arial"/>
              </a:rPr>
              <a:t>Sixth Outline Level</a:t>
            </a:r>
            <a:endParaRPr b="0" lang="en-IN"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IN" sz="2000" strike="noStrike" u="none">
                <a:solidFill>
                  <a:srgbClr val="000000"/>
                </a:solidFill>
                <a:effectLst/>
                <a:uFillTx/>
                <a:latin typeface="Arial"/>
              </a:rPr>
              <a:t>Seventh Outline Level</a:t>
            </a:r>
            <a:endParaRPr b="0" lang="en-IN" sz="2000" strike="noStrike" u="none">
              <a:solidFill>
                <a:srgbClr val="000000"/>
              </a:solidFill>
              <a:effectLst/>
              <a:uFillTx/>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3">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83" name="Straight Connector 6"/>
          <p:cNvCxnSpPr/>
          <p:nvPr/>
        </p:nvCxnSpPr>
        <p:spPr>
          <a:xfrm flipV="1">
            <a:off x="761760" y="826200"/>
            <a:ext cx="1440" cy="915840"/>
          </a:xfrm>
          <a:prstGeom prst="straightConnector1">
            <a:avLst/>
          </a:prstGeom>
          <a:ln w="19080">
            <a:solidFill>
              <a:srgbClr val="1cade4"/>
            </a:solidFill>
            <a:round/>
          </a:ln>
        </p:spPr>
      </p:cxnSp>
      <p:sp>
        <p:nvSpPr>
          <p:cNvPr id="84" name="PlaceHolder 1"/>
          <p:cNvSpPr>
            <a:spLocks noGrp="1"/>
          </p:cNvSpPr>
          <p:nvPr>
            <p:ph type="title"/>
          </p:nvPr>
        </p:nvSpPr>
        <p:spPr>
          <a:xfrm>
            <a:off x="1024200" y="1197360"/>
            <a:ext cx="9718560" cy="274680"/>
          </a:xfrm>
          <a:prstGeom prst="rect">
            <a:avLst/>
          </a:prstGeom>
          <a:noFill/>
          <a:ln w="0">
            <a:noFill/>
          </a:ln>
        </p:spPr>
        <p:txBody>
          <a:bodyPr lIns="0" rIns="0" tIns="0" bIns="0" anchor="ctr">
            <a:spAutoFit/>
          </a:bodyPr>
          <a:p>
            <a:pPr indent="0">
              <a:lnSpc>
                <a:spcPct val="100000"/>
              </a:lnSpc>
              <a:buNone/>
              <a:tabLst>
                <a:tab algn="l" pos="0"/>
              </a:tabLst>
            </a:pPr>
            <a:r>
              <a:rPr b="0" lang="en-IN" sz="1800" strike="noStrike" u="none">
                <a:solidFill>
                  <a:srgbClr val="000000"/>
                </a:solidFill>
                <a:effectLst/>
                <a:uFillTx/>
                <a:latin typeface="Arial"/>
              </a:rPr>
              <a:t>Click to edit the title text format</a:t>
            </a:r>
            <a:endParaRPr b="0" lang="en-IN" sz="1800" strike="noStrike" u="none">
              <a:solidFill>
                <a:srgbClr val="000000"/>
              </a:solidFill>
              <a:effectLst/>
              <a:uFillTx/>
              <a:latin typeface="Arial"/>
            </a:endParaRPr>
          </a:p>
        </p:txBody>
      </p:sp>
      <p:sp>
        <p:nvSpPr>
          <p:cNvPr id="85" name="PlaceHolder 2"/>
          <p:cNvSpPr>
            <a:spLocks noGrp="1"/>
          </p:cNvSpPr>
          <p:nvPr>
            <p:ph type="body"/>
          </p:nvPr>
        </p:nvSpPr>
        <p:spPr>
          <a:xfrm>
            <a:off x="1024200" y="2286000"/>
            <a:ext cx="4742280" cy="1917720"/>
          </a:xfrm>
          <a:prstGeom prst="rect">
            <a:avLst/>
          </a:prstGeom>
          <a:noFill/>
          <a:ln w="0">
            <a:noFill/>
          </a:ln>
        </p:spPr>
        <p:txBody>
          <a:bodyPr lIns="0" rIns="0" tIns="0" bIns="0" anchor="t">
            <a:normAutofit fontScale="85000" lnSpcReduction="19999"/>
          </a:bodyPr>
          <a:p>
            <a:pPr marL="432000" indent="-324000">
              <a:lnSpc>
                <a:spcPct val="100000"/>
              </a:lnSpc>
              <a:spcBef>
                <a:spcPts val="1417"/>
              </a:spcBef>
              <a:buClr>
                <a:srgbClr val="000000"/>
              </a:buClr>
              <a:buSzPct val="45000"/>
              <a:buFont typeface="Wingdings" charset="2"/>
              <a:buChar char=""/>
            </a:pPr>
            <a:r>
              <a:rPr b="0" lang="en-IN" sz="1800" strike="noStrike" u="none">
                <a:solidFill>
                  <a:srgbClr val="000000"/>
                </a:solidFill>
                <a:effectLst/>
                <a:uFillTx/>
                <a:latin typeface="Arial"/>
              </a:rPr>
              <a:t>Click to edit the outline text format</a:t>
            </a:r>
            <a:endParaRPr b="0" lang="en-IN"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IN" sz="1800" strike="noStrike" u="none">
                <a:solidFill>
                  <a:srgbClr val="000000"/>
                </a:solidFill>
                <a:effectLst/>
                <a:uFillTx/>
                <a:latin typeface="Arial"/>
              </a:rPr>
              <a:t>Second Outline Level</a:t>
            </a:r>
            <a:endParaRPr b="0" lang="en-IN"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IN" sz="1800" strike="noStrike" u="none">
                <a:solidFill>
                  <a:srgbClr val="000000"/>
                </a:solidFill>
                <a:effectLst/>
                <a:uFillTx/>
                <a:latin typeface="Arial"/>
              </a:rPr>
              <a:t>Third Outline Level</a:t>
            </a:r>
            <a:endParaRPr b="0" lang="en-IN"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IN" sz="1800" strike="noStrike" u="none">
                <a:solidFill>
                  <a:srgbClr val="000000"/>
                </a:solidFill>
                <a:effectLst/>
                <a:uFillTx/>
                <a:latin typeface="Arial"/>
              </a:rPr>
              <a:t>Fourth Outline Level</a:t>
            </a:r>
            <a:endParaRPr b="0" lang="en-IN"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IN" sz="1800" strike="noStrike" u="none">
                <a:solidFill>
                  <a:srgbClr val="000000"/>
                </a:solidFill>
                <a:effectLst/>
                <a:uFillTx/>
                <a:latin typeface="Arial"/>
              </a:rPr>
              <a:t>Fifth Outline Level</a:t>
            </a:r>
            <a:endParaRPr b="0" lang="en-IN"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IN" sz="1800" strike="noStrike" u="none">
                <a:solidFill>
                  <a:srgbClr val="000000"/>
                </a:solidFill>
                <a:effectLst/>
                <a:uFillTx/>
                <a:latin typeface="Arial"/>
              </a:rPr>
              <a:t>Sixth Outline Level</a:t>
            </a:r>
            <a:endParaRPr b="0" lang="en-IN"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IN" sz="1800" strike="noStrike" u="none">
                <a:solidFill>
                  <a:srgbClr val="000000"/>
                </a:solidFill>
                <a:effectLst/>
                <a:uFillTx/>
                <a:latin typeface="Arial"/>
              </a:rPr>
              <a:t>Seventh Outline Level</a:t>
            </a:r>
            <a:endParaRPr b="0" lang="en-IN" sz="1800" strike="noStrike" u="none">
              <a:solidFill>
                <a:srgbClr val="000000"/>
              </a:solidFill>
              <a:effectLst/>
              <a:uFillTx/>
              <a:latin typeface="Arial"/>
            </a:endParaRPr>
          </a:p>
        </p:txBody>
      </p:sp>
      <p:sp>
        <p:nvSpPr>
          <p:cNvPr id="86" name="PlaceHolder 3"/>
          <p:cNvSpPr>
            <a:spLocks noGrp="1"/>
          </p:cNvSpPr>
          <p:nvPr>
            <p:ph type="body"/>
          </p:nvPr>
        </p:nvSpPr>
        <p:spPr>
          <a:xfrm>
            <a:off x="6004800" y="2286000"/>
            <a:ext cx="4742280" cy="1917720"/>
          </a:xfrm>
          <a:prstGeom prst="rect">
            <a:avLst/>
          </a:prstGeom>
          <a:noFill/>
          <a:ln w="0">
            <a:noFill/>
          </a:ln>
        </p:spPr>
        <p:txBody>
          <a:bodyPr lIns="0" rIns="0" tIns="0" bIns="0" anchor="t">
            <a:normAutofit fontScale="85000" lnSpcReduction="19999"/>
          </a:bodyPr>
          <a:p>
            <a:pPr marL="432000" indent="-324000">
              <a:lnSpc>
                <a:spcPct val="100000"/>
              </a:lnSpc>
              <a:spcBef>
                <a:spcPts val="1417"/>
              </a:spcBef>
              <a:buClr>
                <a:srgbClr val="000000"/>
              </a:buClr>
              <a:buSzPct val="45000"/>
              <a:buFont typeface="Wingdings" charset="2"/>
              <a:buChar char=""/>
            </a:pPr>
            <a:r>
              <a:rPr b="0" lang="en-IN" sz="1800" strike="noStrike" u="none">
                <a:solidFill>
                  <a:srgbClr val="000000"/>
                </a:solidFill>
                <a:effectLst/>
                <a:uFillTx/>
                <a:latin typeface="Arial"/>
              </a:rPr>
              <a:t>Click to edit the outline text format</a:t>
            </a:r>
            <a:endParaRPr b="0" lang="en-IN"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IN" sz="1800" strike="noStrike" u="none">
                <a:solidFill>
                  <a:srgbClr val="000000"/>
                </a:solidFill>
                <a:effectLst/>
                <a:uFillTx/>
                <a:latin typeface="Arial"/>
              </a:rPr>
              <a:t>Second Outline Level</a:t>
            </a:r>
            <a:endParaRPr b="0" lang="en-IN"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IN" sz="1800" strike="noStrike" u="none">
                <a:solidFill>
                  <a:srgbClr val="000000"/>
                </a:solidFill>
                <a:effectLst/>
                <a:uFillTx/>
                <a:latin typeface="Arial"/>
              </a:rPr>
              <a:t>Third Outline Level</a:t>
            </a:r>
            <a:endParaRPr b="0" lang="en-IN"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IN" sz="1800" strike="noStrike" u="none">
                <a:solidFill>
                  <a:srgbClr val="000000"/>
                </a:solidFill>
                <a:effectLst/>
                <a:uFillTx/>
                <a:latin typeface="Arial"/>
              </a:rPr>
              <a:t>Fourth Outline Level</a:t>
            </a:r>
            <a:endParaRPr b="0" lang="en-IN"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IN" sz="1800" strike="noStrike" u="none">
                <a:solidFill>
                  <a:srgbClr val="000000"/>
                </a:solidFill>
                <a:effectLst/>
                <a:uFillTx/>
                <a:latin typeface="Arial"/>
              </a:rPr>
              <a:t>Fifth Outline Level</a:t>
            </a:r>
            <a:endParaRPr b="0" lang="en-IN"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IN" sz="1800" strike="noStrike" u="none">
                <a:solidFill>
                  <a:srgbClr val="000000"/>
                </a:solidFill>
                <a:effectLst/>
                <a:uFillTx/>
                <a:latin typeface="Arial"/>
              </a:rPr>
              <a:t>Sixth Outline Level</a:t>
            </a:r>
            <a:endParaRPr b="0" lang="en-IN"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IN" sz="1800" strike="noStrike" u="none">
                <a:solidFill>
                  <a:srgbClr val="000000"/>
                </a:solidFill>
                <a:effectLst/>
                <a:uFillTx/>
                <a:latin typeface="Arial"/>
              </a:rPr>
              <a:t>Seventh Outline Level</a:t>
            </a:r>
            <a:endParaRPr b="0" lang="en-IN" sz="1800" strike="noStrike" u="none">
              <a:solidFill>
                <a:srgbClr val="000000"/>
              </a:solidFill>
              <a:effectLst/>
              <a:uFillTx/>
              <a:latin typeface="Arial"/>
            </a:endParaRPr>
          </a:p>
        </p:txBody>
      </p:sp>
      <p:sp>
        <p:nvSpPr>
          <p:cNvPr id="87" name="PlaceHolder 4"/>
          <p:cNvSpPr>
            <a:spLocks noGrp="1"/>
          </p:cNvSpPr>
          <p:nvPr>
            <p:ph type="body"/>
          </p:nvPr>
        </p:nvSpPr>
        <p:spPr>
          <a:xfrm>
            <a:off x="1024200" y="4386960"/>
            <a:ext cx="9718560" cy="1917720"/>
          </a:xfrm>
          <a:prstGeom prst="rect">
            <a:avLst/>
          </a:prstGeom>
          <a:noFill/>
          <a:ln w="0">
            <a:noFill/>
          </a:ln>
        </p:spPr>
        <p:txBody>
          <a:bodyPr lIns="0" rIns="0" tIns="0" bIns="0" anchor="t">
            <a:normAutofit fontScale="92500" lnSpcReduction="19999"/>
          </a:bodyPr>
          <a:p>
            <a:pPr marL="432000" indent="-324000">
              <a:lnSpc>
                <a:spcPct val="100000"/>
              </a:lnSpc>
              <a:spcBef>
                <a:spcPts val="1417"/>
              </a:spcBef>
              <a:buClr>
                <a:srgbClr val="000000"/>
              </a:buClr>
              <a:buSzPct val="45000"/>
              <a:buFont typeface="Wingdings" charset="2"/>
              <a:buChar char=""/>
            </a:pPr>
            <a:r>
              <a:rPr b="0" lang="en-IN" sz="1800" strike="noStrike" u="none">
                <a:solidFill>
                  <a:srgbClr val="000000"/>
                </a:solidFill>
                <a:effectLst/>
                <a:uFillTx/>
                <a:latin typeface="Arial"/>
              </a:rPr>
              <a:t>Click to edit the outline text format</a:t>
            </a:r>
            <a:endParaRPr b="0" lang="en-IN"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IN" sz="1800" strike="noStrike" u="none">
                <a:solidFill>
                  <a:srgbClr val="000000"/>
                </a:solidFill>
                <a:effectLst/>
                <a:uFillTx/>
                <a:latin typeface="Arial"/>
              </a:rPr>
              <a:t>Second Outline Level</a:t>
            </a:r>
            <a:endParaRPr b="0" lang="en-IN"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IN" sz="1800" strike="noStrike" u="none">
                <a:solidFill>
                  <a:srgbClr val="000000"/>
                </a:solidFill>
                <a:effectLst/>
                <a:uFillTx/>
                <a:latin typeface="Arial"/>
              </a:rPr>
              <a:t>Third Outline Level</a:t>
            </a:r>
            <a:endParaRPr b="0" lang="en-IN"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IN" sz="1800" strike="noStrike" u="none">
                <a:solidFill>
                  <a:srgbClr val="000000"/>
                </a:solidFill>
                <a:effectLst/>
                <a:uFillTx/>
                <a:latin typeface="Arial"/>
              </a:rPr>
              <a:t>Fourth Outline Level</a:t>
            </a:r>
            <a:endParaRPr b="0" lang="en-IN"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IN" sz="1800" strike="noStrike" u="none">
                <a:solidFill>
                  <a:srgbClr val="000000"/>
                </a:solidFill>
                <a:effectLst/>
                <a:uFillTx/>
                <a:latin typeface="Arial"/>
              </a:rPr>
              <a:t>Fifth Outline Level</a:t>
            </a:r>
            <a:endParaRPr b="0" lang="en-IN"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IN" sz="1800" strike="noStrike" u="none">
                <a:solidFill>
                  <a:srgbClr val="000000"/>
                </a:solidFill>
                <a:effectLst/>
                <a:uFillTx/>
                <a:latin typeface="Arial"/>
              </a:rPr>
              <a:t>Sixth Outline Level</a:t>
            </a:r>
            <a:endParaRPr b="0" lang="en-IN"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IN" sz="1800" strike="noStrike" u="none">
                <a:solidFill>
                  <a:srgbClr val="000000"/>
                </a:solidFill>
                <a:effectLst/>
                <a:uFillTx/>
                <a:latin typeface="Arial"/>
              </a:rPr>
              <a:t>Seventh Outline Level</a:t>
            </a:r>
            <a:endParaRPr b="0" lang="en-IN" sz="1800" strike="noStrike" u="none">
              <a:solidFill>
                <a:srgbClr val="000000"/>
              </a:solidFill>
              <a:effectLst/>
              <a:uFillTx/>
              <a:latin typeface="Arial"/>
            </a:endParaRPr>
          </a:p>
        </p:txBody>
      </p:sp>
      <p:sp>
        <p:nvSpPr>
          <p:cNvPr id="88" name="PlaceHolder 5"/>
          <p:cNvSpPr>
            <a:spLocks noGrp="1"/>
          </p:cNvSpPr>
          <p:nvPr>
            <p:ph type="ftr" idx="34"/>
          </p:nvPr>
        </p:nvSpPr>
        <p:spPr>
          <a:xfrm>
            <a:off x="4843080" y="6470640"/>
            <a:ext cx="5900040" cy="27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89" name="PlaceHolder 6"/>
          <p:cNvSpPr>
            <a:spLocks noGrp="1"/>
          </p:cNvSpPr>
          <p:nvPr>
            <p:ph type="sldNum" idx="35"/>
          </p:nvPr>
        </p:nvSpPr>
        <p:spPr>
          <a:xfrm>
            <a:off x="10837440" y="6470640"/>
            <a:ext cx="972360" cy="27288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tabLst>
                <a:tab algn="l" pos="0"/>
              </a:tabLst>
            </a:pPr>
            <a:fld id="{942105EE-C140-4C66-912B-783CB6241D23}"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sp>
        <p:nvSpPr>
          <p:cNvPr id="90" name="PlaceHolder 7"/>
          <p:cNvSpPr>
            <a:spLocks noGrp="1"/>
          </p:cNvSpPr>
          <p:nvPr>
            <p:ph type="dt" idx="36"/>
          </p:nvPr>
        </p:nvSpPr>
        <p:spPr>
          <a:xfrm>
            <a:off x="1024200" y="6470640"/>
            <a:ext cx="2152800" cy="272880"/>
          </a:xfrm>
          <a:prstGeom prst="rect">
            <a:avLst/>
          </a:prstGeom>
          <a:noFill/>
          <a:ln w="0">
            <a:noFill/>
          </a:ln>
        </p:spPr>
        <p:txBody>
          <a:bodyPr lIns="91440" rIns="91440" tIns="45720" bIns="45720" anchor="ctr">
            <a:noAutofit/>
          </a:bodyPr>
          <a:lstStyle>
            <a:lvl1pPr indent="0">
              <a:lnSpc>
                <a:spcPct val="100000"/>
              </a:lnSpc>
              <a:buNone/>
              <a:tabLst>
                <a:tab algn="l" pos="0"/>
              </a:tabLst>
              <a:defRPr b="0" lang="en-IN" sz="1400" strike="noStrike" u="none">
                <a:solidFill>
                  <a:srgbClr val="000000"/>
                </a:solidFill>
                <a:effectLst/>
                <a:uFillTx/>
                <a:latin typeface="Times New Roman"/>
              </a:defRPr>
            </a:lvl1pPr>
          </a:lstStyle>
          <a:p>
            <a:pPr indent="0">
              <a:lnSpc>
                <a:spcPct val="100000"/>
              </a:lnSpc>
              <a:buNone/>
              <a:tabLst>
                <a:tab algn="l" pos="0"/>
              </a:tabLst>
            </a:pPr>
            <a:r>
              <a:rPr b="0" lang="en-IN" sz="1400" strike="noStrike" u="none">
                <a:solidFill>
                  <a:srgbClr val="000000"/>
                </a:solidFill>
                <a:effectLst/>
                <a:uFillTx/>
                <a:latin typeface="Times New Roman"/>
              </a:rPr>
              <a:t>&lt;date/time&gt;</a:t>
            </a:r>
            <a:endParaRPr b="0" lang="en-IN" sz="140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Relationship Id="rId3" Type="http://schemas.openxmlformats.org/officeDocument/2006/relationships/slideLayout" Target="../slideLayouts/slideLayout8.xml"/><Relationship Id="rId4" Type="http://schemas.openxmlformats.org/officeDocument/2006/relationships/slideLayout" Target="../slideLayouts/slideLayout9.xml"/><Relationship Id="rId5" Type="http://schemas.openxmlformats.org/officeDocument/2006/relationships/slideLayout" Target="../slideLayouts/slideLayout10.xml"/><Relationship Id="rId6" Type="http://schemas.openxmlformats.org/officeDocument/2006/relationships/slideLayout" Target="../slideLayouts/slideLayout11.xml"/><Relationship Id="rId7"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0" name="Straight Connector 6"/>
          <p:cNvCxnSpPr/>
          <p:nvPr/>
        </p:nvCxnSpPr>
        <p:spPr>
          <a:xfrm flipV="1">
            <a:off x="761760" y="826200"/>
            <a:ext cx="1440" cy="915840"/>
          </a:xfrm>
          <a:prstGeom prst="straightConnector1">
            <a:avLst/>
          </a:prstGeom>
          <a:ln w="19080">
            <a:solidFill>
              <a:srgbClr val="1cade4"/>
            </a:solidFill>
            <a:round/>
          </a:ln>
        </p:spPr>
      </p:cxnSp>
      <p:sp>
        <p:nvSpPr>
          <p:cNvPr id="1" name="PlaceHolder 1"/>
          <p:cNvSpPr>
            <a:spLocks noGrp="1"/>
          </p:cNvSpPr>
          <p:nvPr>
            <p:ph type="title"/>
          </p:nvPr>
        </p:nvSpPr>
        <p:spPr>
          <a:xfrm>
            <a:off x="1024200" y="1197000"/>
            <a:ext cx="9718560" cy="274680"/>
          </a:xfrm>
          <a:prstGeom prst="rect">
            <a:avLst/>
          </a:prstGeom>
          <a:noFill/>
          <a:ln w="0">
            <a:noFill/>
          </a:ln>
        </p:spPr>
        <p:txBody>
          <a:bodyPr lIns="0" rIns="0" tIns="0" bIns="0" anchor="ctr">
            <a:spAutoFit/>
          </a:bodyPr>
          <a:p>
            <a:pPr indent="0">
              <a:buNone/>
            </a:pPr>
            <a:r>
              <a:rPr b="0" lang="en-IN" sz="1800" strike="noStrike" u="none">
                <a:solidFill>
                  <a:srgbClr val="000000"/>
                </a:solidFill>
                <a:effectLst/>
                <a:uFillTx/>
                <a:latin typeface="Arial"/>
              </a:rPr>
              <a:t>Click to edit the title text format</a:t>
            </a:r>
            <a:endParaRPr b="0" lang="en-IN" sz="1800" strike="noStrike" u="none">
              <a:solidFill>
                <a:srgbClr val="000000"/>
              </a:solidFill>
              <a:effectLst/>
              <a:uFillTx/>
              <a:latin typeface="Arial"/>
            </a:endParaRPr>
          </a:p>
        </p:txBody>
      </p:sp>
      <p:sp>
        <p:nvSpPr>
          <p:cNvPr id="2" name="PlaceHolder 2"/>
          <p:cNvSpPr>
            <a:spLocks noGrp="1"/>
          </p:cNvSpPr>
          <p:nvPr>
            <p:ph type="body"/>
          </p:nvPr>
        </p:nvSpPr>
        <p:spPr>
          <a:xfrm>
            <a:off x="1024200" y="2286000"/>
            <a:ext cx="9718560" cy="4021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1800" strike="noStrike" u="none">
                <a:solidFill>
                  <a:srgbClr val="000000"/>
                </a:solidFill>
                <a:effectLst/>
                <a:uFillTx/>
                <a:latin typeface="Arial"/>
              </a:rPr>
              <a:t>Click to edit the outline text format</a:t>
            </a:r>
            <a:endParaRPr b="0" lang="en-IN"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IN" sz="1800" strike="noStrike" u="none">
                <a:solidFill>
                  <a:srgbClr val="000000"/>
                </a:solidFill>
                <a:effectLst/>
                <a:uFillTx/>
                <a:latin typeface="Arial"/>
              </a:rPr>
              <a:t>Second Outline Level</a:t>
            </a:r>
            <a:endParaRPr b="0" lang="en-IN"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IN" sz="1800" strike="noStrike" u="none">
                <a:solidFill>
                  <a:srgbClr val="000000"/>
                </a:solidFill>
                <a:effectLst/>
                <a:uFillTx/>
                <a:latin typeface="Arial"/>
              </a:rPr>
              <a:t>Third Outline Level</a:t>
            </a:r>
            <a:endParaRPr b="0" lang="en-IN"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IN" sz="1800" strike="noStrike" u="none">
                <a:solidFill>
                  <a:srgbClr val="000000"/>
                </a:solidFill>
                <a:effectLst/>
                <a:uFillTx/>
                <a:latin typeface="Arial"/>
              </a:rPr>
              <a:t>Fourth Outline Level</a:t>
            </a:r>
            <a:endParaRPr b="0" lang="en-IN"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IN" sz="1800" strike="noStrike" u="none">
                <a:solidFill>
                  <a:srgbClr val="000000"/>
                </a:solidFill>
                <a:effectLst/>
                <a:uFillTx/>
                <a:latin typeface="Arial"/>
              </a:rPr>
              <a:t>Fifth Outline Level</a:t>
            </a:r>
            <a:endParaRPr b="0" lang="en-IN"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IN" sz="1800" strike="noStrike" u="none">
                <a:solidFill>
                  <a:srgbClr val="000000"/>
                </a:solidFill>
                <a:effectLst/>
                <a:uFillTx/>
                <a:latin typeface="Arial"/>
              </a:rPr>
              <a:t>Sixth Outline Level</a:t>
            </a:r>
            <a:endParaRPr b="0" lang="en-IN"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IN" sz="1800" strike="noStrike" u="none">
                <a:solidFill>
                  <a:srgbClr val="000000"/>
                </a:solidFill>
                <a:effectLst/>
                <a:uFillTx/>
                <a:latin typeface="Arial"/>
              </a:rPr>
              <a:t>Seventh Outline Level</a:t>
            </a:r>
            <a:endParaRPr b="0" lang="en-IN" sz="1800" strike="noStrike" u="none">
              <a:solidFill>
                <a:srgbClr val="000000"/>
              </a:solidFill>
              <a:effectLst/>
              <a:uFillTx/>
              <a:latin typeface="Arial"/>
            </a:endParaRPr>
          </a:p>
        </p:txBody>
      </p:sp>
      <p:sp>
        <p:nvSpPr>
          <p:cNvPr id="3" name="PlaceHolder 3"/>
          <p:cNvSpPr>
            <a:spLocks noGrp="1"/>
          </p:cNvSpPr>
          <p:nvPr>
            <p:ph type="ftr" idx="1"/>
          </p:nvPr>
        </p:nvSpPr>
        <p:spPr>
          <a:xfrm>
            <a:off x="4843080" y="6470640"/>
            <a:ext cx="5900040" cy="27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4" name="PlaceHolder 4"/>
          <p:cNvSpPr>
            <a:spLocks noGrp="1"/>
          </p:cNvSpPr>
          <p:nvPr>
            <p:ph type="sldNum" idx="2"/>
          </p:nvPr>
        </p:nvSpPr>
        <p:spPr>
          <a:xfrm>
            <a:off x="10837440" y="6470640"/>
            <a:ext cx="972360" cy="27288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tabLst>
                <a:tab algn="l" pos="0"/>
              </a:tabLst>
            </a:pPr>
            <a:fld id="{3D8D9C5F-9764-48C8-851F-5D82FB3610C9}"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sp>
        <p:nvSpPr>
          <p:cNvPr id="5" name="PlaceHolder 5"/>
          <p:cNvSpPr>
            <a:spLocks noGrp="1"/>
          </p:cNvSpPr>
          <p:nvPr>
            <p:ph type="dt" idx="3"/>
          </p:nvPr>
        </p:nvSpPr>
        <p:spPr>
          <a:xfrm>
            <a:off x="1024200" y="6470640"/>
            <a:ext cx="2152800" cy="272880"/>
          </a:xfrm>
          <a:prstGeom prst="rect">
            <a:avLst/>
          </a:prstGeom>
          <a:noFill/>
          <a:ln w="0">
            <a:noFill/>
          </a:ln>
        </p:spPr>
        <p:txBody>
          <a:bodyPr lIns="91440" rIns="91440" tIns="45720" bIns="45720" anchor="ctr">
            <a:noAutofit/>
          </a:bodyPr>
          <a:lstStyle>
            <a:lvl1pPr indent="0">
              <a:buNone/>
              <a:defRPr b="0" lang="en-IN" sz="1400" strike="noStrike" u="none">
                <a:solidFill>
                  <a:srgbClr val="000000"/>
                </a:solidFill>
                <a:effectLst/>
                <a:uFillTx/>
                <a:latin typeface="Times New Roman"/>
              </a:defRPr>
            </a:lvl1pPr>
          </a:lstStyle>
          <a:p>
            <a:pPr indent="0">
              <a:buNone/>
            </a:pPr>
            <a:r>
              <a:rPr b="0" lang="en-IN" sz="1400" strike="noStrike" u="none">
                <a:solidFill>
                  <a:srgbClr val="000000"/>
                </a:solidFill>
                <a:effectLst/>
                <a:uFillTx/>
                <a:latin typeface="Times New Roman"/>
              </a:rPr>
              <a:t>&lt;date/time&gt;</a:t>
            </a:r>
            <a:endParaRPr b="0" lang="en-IN"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8" name="Straight Connector 6"/>
          <p:cNvCxnSpPr/>
          <p:nvPr/>
        </p:nvCxnSpPr>
        <p:spPr>
          <a:xfrm flipV="1">
            <a:off x="761760" y="826200"/>
            <a:ext cx="1440" cy="915840"/>
          </a:xfrm>
          <a:prstGeom prst="straightConnector1">
            <a:avLst/>
          </a:prstGeom>
          <a:ln w="19080">
            <a:solidFill>
              <a:srgbClr val="1cade4"/>
            </a:solidFill>
            <a:round/>
          </a:ln>
        </p:spPr>
      </p:cxnSp>
      <p:sp>
        <p:nvSpPr>
          <p:cNvPr id="9" name="PlaceHolder 1"/>
          <p:cNvSpPr>
            <a:spLocks noGrp="1"/>
          </p:cNvSpPr>
          <p:nvPr>
            <p:ph type="title"/>
          </p:nvPr>
        </p:nvSpPr>
        <p:spPr>
          <a:xfrm>
            <a:off x="1024200" y="1197000"/>
            <a:ext cx="9718560" cy="274680"/>
          </a:xfrm>
          <a:prstGeom prst="rect">
            <a:avLst/>
          </a:prstGeom>
          <a:noFill/>
          <a:ln w="0">
            <a:noFill/>
          </a:ln>
        </p:spPr>
        <p:txBody>
          <a:bodyPr lIns="0" rIns="0" tIns="0" bIns="0" anchor="ctr">
            <a:spAutoFit/>
          </a:bodyPr>
          <a:p>
            <a:pPr indent="0">
              <a:buNone/>
            </a:pPr>
            <a:r>
              <a:rPr b="0" lang="en-IN" sz="1800" strike="noStrike" u="none">
                <a:solidFill>
                  <a:srgbClr val="000000"/>
                </a:solidFill>
                <a:effectLst/>
                <a:uFillTx/>
                <a:latin typeface="Arial"/>
              </a:rPr>
              <a:t>Click to edit the title text format</a:t>
            </a:r>
            <a:endParaRPr b="0" lang="en-IN" sz="1800" strike="noStrike" u="none">
              <a:solidFill>
                <a:srgbClr val="000000"/>
              </a:solidFill>
              <a:effectLst/>
              <a:uFillTx/>
              <a:latin typeface="Arial"/>
            </a:endParaRPr>
          </a:p>
        </p:txBody>
      </p:sp>
      <p:sp>
        <p:nvSpPr>
          <p:cNvPr id="10" name="PlaceHolder 2"/>
          <p:cNvSpPr>
            <a:spLocks noGrp="1"/>
          </p:cNvSpPr>
          <p:nvPr>
            <p:ph type="body"/>
          </p:nvPr>
        </p:nvSpPr>
        <p:spPr>
          <a:xfrm>
            <a:off x="1024200" y="2286000"/>
            <a:ext cx="9718560" cy="4021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1800" strike="noStrike" u="none">
                <a:solidFill>
                  <a:srgbClr val="000000"/>
                </a:solidFill>
                <a:effectLst/>
                <a:uFillTx/>
                <a:latin typeface="Arial"/>
              </a:rPr>
              <a:t>Click to edit the outline text format</a:t>
            </a:r>
            <a:endParaRPr b="0" lang="en-IN"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IN" sz="1800" strike="noStrike" u="none">
                <a:solidFill>
                  <a:srgbClr val="000000"/>
                </a:solidFill>
                <a:effectLst/>
                <a:uFillTx/>
                <a:latin typeface="Arial"/>
              </a:rPr>
              <a:t>Second Outline Level</a:t>
            </a:r>
            <a:endParaRPr b="0" lang="en-IN"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IN" sz="1800" strike="noStrike" u="none">
                <a:solidFill>
                  <a:srgbClr val="000000"/>
                </a:solidFill>
                <a:effectLst/>
                <a:uFillTx/>
                <a:latin typeface="Arial"/>
              </a:rPr>
              <a:t>Third Outline Level</a:t>
            </a:r>
            <a:endParaRPr b="0" lang="en-IN"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IN" sz="1800" strike="noStrike" u="none">
                <a:solidFill>
                  <a:srgbClr val="000000"/>
                </a:solidFill>
                <a:effectLst/>
                <a:uFillTx/>
                <a:latin typeface="Arial"/>
              </a:rPr>
              <a:t>Fourth Outline Level</a:t>
            </a:r>
            <a:endParaRPr b="0" lang="en-IN"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IN" sz="1800" strike="noStrike" u="none">
                <a:solidFill>
                  <a:srgbClr val="000000"/>
                </a:solidFill>
                <a:effectLst/>
                <a:uFillTx/>
                <a:latin typeface="Arial"/>
              </a:rPr>
              <a:t>Fifth Outline Level</a:t>
            </a:r>
            <a:endParaRPr b="0" lang="en-IN"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IN" sz="1800" strike="noStrike" u="none">
                <a:solidFill>
                  <a:srgbClr val="000000"/>
                </a:solidFill>
                <a:effectLst/>
                <a:uFillTx/>
                <a:latin typeface="Arial"/>
              </a:rPr>
              <a:t>Sixth Outline Level</a:t>
            </a:r>
            <a:endParaRPr b="0" lang="en-IN"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IN" sz="1800" strike="noStrike" u="none">
                <a:solidFill>
                  <a:srgbClr val="000000"/>
                </a:solidFill>
                <a:effectLst/>
                <a:uFillTx/>
                <a:latin typeface="Arial"/>
              </a:rPr>
              <a:t>Seventh Outline Level</a:t>
            </a:r>
            <a:endParaRPr b="0" lang="en-IN" sz="1800" strike="noStrike" u="none">
              <a:solidFill>
                <a:srgbClr val="000000"/>
              </a:solidFill>
              <a:effectLst/>
              <a:uFillTx/>
              <a:latin typeface="Arial"/>
            </a:endParaRPr>
          </a:p>
        </p:txBody>
      </p:sp>
      <p:sp>
        <p:nvSpPr>
          <p:cNvPr id="11" name="PlaceHolder 3"/>
          <p:cNvSpPr>
            <a:spLocks noGrp="1"/>
          </p:cNvSpPr>
          <p:nvPr>
            <p:ph type="ftr" idx="4"/>
          </p:nvPr>
        </p:nvSpPr>
        <p:spPr>
          <a:xfrm>
            <a:off x="4843080" y="6470640"/>
            <a:ext cx="5900040" cy="27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12" name="PlaceHolder 4"/>
          <p:cNvSpPr>
            <a:spLocks noGrp="1"/>
          </p:cNvSpPr>
          <p:nvPr>
            <p:ph type="sldNum" idx="5"/>
          </p:nvPr>
        </p:nvSpPr>
        <p:spPr>
          <a:xfrm>
            <a:off x="10837440" y="6470640"/>
            <a:ext cx="972360" cy="27288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tabLst>
                <a:tab algn="l" pos="0"/>
              </a:tabLst>
            </a:pPr>
            <a:fld id="{20DB07F4-E25D-4D28-915A-DDB76E65763B}"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sp>
        <p:nvSpPr>
          <p:cNvPr id="13" name="PlaceHolder 5"/>
          <p:cNvSpPr>
            <a:spLocks noGrp="1"/>
          </p:cNvSpPr>
          <p:nvPr>
            <p:ph type="dt" idx="6"/>
          </p:nvPr>
        </p:nvSpPr>
        <p:spPr>
          <a:xfrm>
            <a:off x="1024200" y="6470640"/>
            <a:ext cx="2152800" cy="272880"/>
          </a:xfrm>
          <a:prstGeom prst="rect">
            <a:avLst/>
          </a:prstGeom>
          <a:noFill/>
          <a:ln w="0">
            <a:noFill/>
          </a:ln>
        </p:spPr>
        <p:txBody>
          <a:bodyPr lIns="91440" rIns="91440" tIns="45720" bIns="45720" anchor="ctr">
            <a:noAutofit/>
          </a:bodyPr>
          <a:lstStyle>
            <a:lvl1pPr indent="0">
              <a:buNone/>
              <a:defRPr b="0" lang="en-IN" sz="1400" strike="noStrike" u="none">
                <a:solidFill>
                  <a:srgbClr val="000000"/>
                </a:solidFill>
                <a:effectLst/>
                <a:uFillTx/>
                <a:latin typeface="Times New Roman"/>
              </a:defRPr>
            </a:lvl1pPr>
          </a:lstStyle>
          <a:p>
            <a:pPr indent="0">
              <a:buNone/>
            </a:pPr>
            <a:r>
              <a:rPr b="0" lang="en-IN" sz="1400" strike="noStrike" u="none">
                <a:solidFill>
                  <a:srgbClr val="000000"/>
                </a:solidFill>
                <a:effectLst/>
                <a:uFillTx/>
                <a:latin typeface="Times New Roman"/>
              </a:rPr>
              <a:t>&lt;date/time&gt;</a:t>
            </a:r>
            <a:endParaRPr b="0" lang="en-IN"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16" name="Straight Connector 6"/>
          <p:cNvCxnSpPr/>
          <p:nvPr/>
        </p:nvCxnSpPr>
        <p:spPr>
          <a:xfrm flipV="1">
            <a:off x="761760" y="826200"/>
            <a:ext cx="1440" cy="915840"/>
          </a:xfrm>
          <a:prstGeom prst="straightConnector1">
            <a:avLst/>
          </a:prstGeom>
          <a:ln w="19080">
            <a:solidFill>
              <a:srgbClr val="1cade4"/>
            </a:solidFill>
            <a:round/>
          </a:ln>
        </p:spPr>
      </p:cxnSp>
      <p:cxnSp>
        <p:nvCxnSpPr>
          <p:cNvPr id="17" name="Straight Connector 7"/>
          <p:cNvCxnSpPr/>
          <p:nvPr/>
        </p:nvCxnSpPr>
        <p:spPr>
          <a:xfrm flipV="1">
            <a:off x="8386560" y="5263920"/>
            <a:ext cx="1440" cy="915840"/>
          </a:xfrm>
          <a:prstGeom prst="straightConnector1">
            <a:avLst/>
          </a:prstGeom>
          <a:ln w="19080">
            <a:solidFill>
              <a:srgbClr val="1cade4"/>
            </a:solidFill>
            <a:round/>
          </a:ln>
        </p:spPr>
      </p:cxnSp>
      <p:sp>
        <p:nvSpPr>
          <p:cNvPr id="18" name="PlaceHolder 1"/>
          <p:cNvSpPr>
            <a:spLocks noGrp="1"/>
          </p:cNvSpPr>
          <p:nvPr>
            <p:ph type="title"/>
          </p:nvPr>
        </p:nvSpPr>
        <p:spPr>
          <a:xfrm>
            <a:off x="1024200" y="1197000"/>
            <a:ext cx="9718560" cy="274680"/>
          </a:xfrm>
          <a:prstGeom prst="rect">
            <a:avLst/>
          </a:prstGeom>
          <a:noFill/>
          <a:ln w="0">
            <a:noFill/>
          </a:ln>
        </p:spPr>
        <p:txBody>
          <a:bodyPr lIns="0" rIns="0" tIns="0" bIns="0" anchor="ctr">
            <a:spAutoFit/>
          </a:bodyPr>
          <a:p>
            <a:pPr indent="0">
              <a:buNone/>
            </a:pPr>
            <a:r>
              <a:rPr b="0" lang="en-IN" sz="1800" strike="noStrike" u="none">
                <a:solidFill>
                  <a:srgbClr val="000000"/>
                </a:solidFill>
                <a:effectLst/>
                <a:uFillTx/>
                <a:latin typeface="Arial"/>
              </a:rPr>
              <a:t>Click to edit the title text format</a:t>
            </a:r>
            <a:endParaRPr b="0" lang="en-IN" sz="1800" strike="noStrike" u="none">
              <a:solidFill>
                <a:srgbClr val="000000"/>
              </a:solidFill>
              <a:effectLst/>
              <a:uFillTx/>
              <a:latin typeface="Arial"/>
            </a:endParaRPr>
          </a:p>
        </p:txBody>
      </p:sp>
      <p:sp>
        <p:nvSpPr>
          <p:cNvPr id="19" name="PlaceHolder 2"/>
          <p:cNvSpPr>
            <a:spLocks noGrp="1"/>
          </p:cNvSpPr>
          <p:nvPr>
            <p:ph type="body"/>
          </p:nvPr>
        </p:nvSpPr>
        <p:spPr>
          <a:xfrm>
            <a:off x="1024200" y="2286000"/>
            <a:ext cx="9718560" cy="4021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1800" strike="noStrike" u="none">
                <a:solidFill>
                  <a:srgbClr val="000000"/>
                </a:solidFill>
                <a:effectLst/>
                <a:uFillTx/>
                <a:latin typeface="Arial"/>
              </a:rPr>
              <a:t>Click to edit the outline text format</a:t>
            </a:r>
            <a:endParaRPr b="0" lang="en-IN"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IN" sz="1800" strike="noStrike" u="none">
                <a:solidFill>
                  <a:srgbClr val="000000"/>
                </a:solidFill>
                <a:effectLst/>
                <a:uFillTx/>
                <a:latin typeface="Arial"/>
              </a:rPr>
              <a:t>Second Outline Level</a:t>
            </a:r>
            <a:endParaRPr b="0" lang="en-IN"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IN" sz="1800" strike="noStrike" u="none">
                <a:solidFill>
                  <a:srgbClr val="000000"/>
                </a:solidFill>
                <a:effectLst/>
                <a:uFillTx/>
                <a:latin typeface="Arial"/>
              </a:rPr>
              <a:t>Third Outline Level</a:t>
            </a:r>
            <a:endParaRPr b="0" lang="en-IN"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IN" sz="1800" strike="noStrike" u="none">
                <a:solidFill>
                  <a:srgbClr val="000000"/>
                </a:solidFill>
                <a:effectLst/>
                <a:uFillTx/>
                <a:latin typeface="Arial"/>
              </a:rPr>
              <a:t>Fourth Outline Level</a:t>
            </a:r>
            <a:endParaRPr b="0" lang="en-IN"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IN" sz="1800" strike="noStrike" u="none">
                <a:solidFill>
                  <a:srgbClr val="000000"/>
                </a:solidFill>
                <a:effectLst/>
                <a:uFillTx/>
                <a:latin typeface="Arial"/>
              </a:rPr>
              <a:t>Fifth Outline Level</a:t>
            </a:r>
            <a:endParaRPr b="0" lang="en-IN"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IN" sz="1800" strike="noStrike" u="none">
                <a:solidFill>
                  <a:srgbClr val="000000"/>
                </a:solidFill>
                <a:effectLst/>
                <a:uFillTx/>
                <a:latin typeface="Arial"/>
              </a:rPr>
              <a:t>Sixth Outline Level</a:t>
            </a:r>
            <a:endParaRPr b="0" lang="en-IN"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IN" sz="1800" strike="noStrike" u="none">
                <a:solidFill>
                  <a:srgbClr val="000000"/>
                </a:solidFill>
                <a:effectLst/>
                <a:uFillTx/>
                <a:latin typeface="Arial"/>
              </a:rPr>
              <a:t>Seventh Outline Level</a:t>
            </a:r>
            <a:endParaRPr b="0" lang="en-IN" sz="1800" strike="noStrike" u="none">
              <a:solidFill>
                <a:srgbClr val="000000"/>
              </a:solidFill>
              <a:effectLst/>
              <a:uFillTx/>
              <a:latin typeface="Arial"/>
            </a:endParaRPr>
          </a:p>
        </p:txBody>
      </p:sp>
      <p:sp>
        <p:nvSpPr>
          <p:cNvPr id="20" name="PlaceHolder 3"/>
          <p:cNvSpPr>
            <a:spLocks noGrp="1"/>
          </p:cNvSpPr>
          <p:nvPr>
            <p:ph type="ftr" idx="7"/>
          </p:nvPr>
        </p:nvSpPr>
        <p:spPr>
          <a:xfrm>
            <a:off x="4843080" y="6470640"/>
            <a:ext cx="5900040" cy="27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21" name="PlaceHolder 4"/>
          <p:cNvSpPr>
            <a:spLocks noGrp="1"/>
          </p:cNvSpPr>
          <p:nvPr>
            <p:ph type="sldNum" idx="8"/>
          </p:nvPr>
        </p:nvSpPr>
        <p:spPr>
          <a:xfrm>
            <a:off x="10837440" y="6470640"/>
            <a:ext cx="972360" cy="27288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tabLst>
                <a:tab algn="l" pos="0"/>
              </a:tabLst>
            </a:pPr>
            <a:fld id="{6273B672-25E6-491B-9609-3C3DBB3E75F4}"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sp>
        <p:nvSpPr>
          <p:cNvPr id="22" name="PlaceHolder 5"/>
          <p:cNvSpPr>
            <a:spLocks noGrp="1"/>
          </p:cNvSpPr>
          <p:nvPr>
            <p:ph type="dt" idx="9"/>
          </p:nvPr>
        </p:nvSpPr>
        <p:spPr>
          <a:xfrm>
            <a:off x="1024200" y="6470640"/>
            <a:ext cx="2152800" cy="272880"/>
          </a:xfrm>
          <a:prstGeom prst="rect">
            <a:avLst/>
          </a:prstGeom>
          <a:noFill/>
          <a:ln w="0">
            <a:noFill/>
          </a:ln>
        </p:spPr>
        <p:txBody>
          <a:bodyPr lIns="91440" rIns="91440" tIns="45720" bIns="45720" anchor="ctr">
            <a:noAutofit/>
          </a:bodyPr>
          <a:lstStyle>
            <a:lvl1pPr indent="0">
              <a:buNone/>
              <a:defRPr b="0" lang="en-IN" sz="1400" strike="noStrike" u="none">
                <a:solidFill>
                  <a:srgbClr val="000000"/>
                </a:solidFill>
                <a:effectLst/>
                <a:uFillTx/>
                <a:latin typeface="Times New Roman"/>
              </a:defRPr>
            </a:lvl1pPr>
          </a:lstStyle>
          <a:p>
            <a:pPr indent="0">
              <a:buNone/>
            </a:pPr>
            <a:r>
              <a:rPr b="0" lang="en-IN" sz="1400" strike="noStrike" u="none">
                <a:solidFill>
                  <a:srgbClr val="000000"/>
                </a:solidFill>
                <a:effectLst/>
                <a:uFillTx/>
                <a:latin typeface="Times New Roman"/>
              </a:rPr>
              <a:t>&lt;date/time&gt;</a:t>
            </a:r>
            <a:endParaRPr b="0" lang="en-IN"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25" name="Straight Connector 6"/>
          <p:cNvCxnSpPr/>
          <p:nvPr/>
        </p:nvCxnSpPr>
        <p:spPr>
          <a:xfrm flipV="1">
            <a:off x="761760" y="826200"/>
            <a:ext cx="1440" cy="915840"/>
          </a:xfrm>
          <a:prstGeom prst="straightConnector1">
            <a:avLst/>
          </a:prstGeom>
          <a:ln w="19080">
            <a:solidFill>
              <a:srgbClr val="1cade4"/>
            </a:solidFill>
            <a:round/>
          </a:ln>
        </p:spPr>
      </p:cxnSp>
      <p:sp>
        <p:nvSpPr>
          <p:cNvPr id="26" name="Rectangle 9"/>
          <p:cNvSpPr/>
          <p:nvPr/>
        </p:nvSpPr>
        <p:spPr>
          <a:xfrm>
            <a:off x="0" y="0"/>
            <a:ext cx="12190680" cy="4570560"/>
          </a:xfrm>
          <a:prstGeom prst="rect">
            <a:avLst/>
          </a:prstGeom>
          <a:solidFill>
            <a:schemeClr val="accent1">
              <a:lumMod val="75000"/>
            </a:schemeClr>
          </a:solidFill>
          <a:ln w="15840">
            <a:noFill/>
          </a:ln>
        </p:spPr>
        <p:style>
          <a:lnRef idx="0"/>
          <a:fillRef idx="0"/>
          <a:effectRef idx="0"/>
          <a:fontRef idx="minor"/>
        </p:style>
        <p:txBody>
          <a:bodyPr lIns="90000" rIns="90000" tIns="45000" bIns="45000" anchor="t">
            <a:noAutofit/>
          </a:bodyPr>
          <a:p>
            <a:pPr>
              <a:lnSpc>
                <a:spcPct val="100000"/>
              </a:lnSpc>
            </a:pPr>
            <a:endParaRPr b="0" lang="en-IN" sz="1800" strike="noStrike" u="none">
              <a:solidFill>
                <a:srgbClr val="ffffff"/>
              </a:solidFill>
              <a:effectLst/>
              <a:uFillTx/>
              <a:latin typeface="Arial"/>
              <a:ea typeface="DejaVu Sans"/>
            </a:endParaRPr>
          </a:p>
        </p:txBody>
      </p:sp>
      <p:sp>
        <p:nvSpPr>
          <p:cNvPr id="27" name="Oval 5"/>
          <p:cNvSpPr/>
          <p:nvPr/>
        </p:nvSpPr>
        <p:spPr>
          <a:xfrm>
            <a:off x="0" y="0"/>
            <a:ext cx="12190680" cy="4570560"/>
          </a:xfrm>
          <a:custGeom>
            <a:avLst/>
            <a:gdLst>
              <a:gd name="textAreaLeft" fmla="*/ 0 w 12190680"/>
              <a:gd name="textAreaRight" fmla="*/ 12192120 w 12190680"/>
              <a:gd name="textAreaTop" fmla="*/ 0 h 4570560"/>
              <a:gd name="textAreaBottom" fmla="*/ 4572000 h 4570560"/>
            </a:gdLst>
            <a:ahLst/>
            <a:cxnLst/>
            <a:rect l="textAreaLeft" t="textAreaTop" r="textAreaRight" b="textAreaBottom"/>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w="15840">
            <a:noFill/>
          </a:ln>
        </p:spPr>
        <p:style>
          <a:lnRef idx="0"/>
          <a:fillRef idx="0"/>
          <a:effectRef idx="0"/>
          <a:fontRef idx="minor"/>
        </p:style>
        <p:txBody>
          <a:bodyPr lIns="90000" rIns="90000" tIns="45000" bIns="45000" anchor="t">
            <a:noAutofit/>
          </a:bodyPr>
          <a:p>
            <a:pPr>
              <a:lnSpc>
                <a:spcPct val="100000"/>
              </a:lnSpc>
            </a:pPr>
            <a:endParaRPr b="0" lang="en-IN" sz="1800" strike="noStrike" u="none">
              <a:solidFill>
                <a:srgbClr val="000000"/>
              </a:solidFill>
              <a:effectLst/>
              <a:uFillTx/>
              <a:latin typeface="Arial"/>
              <a:ea typeface="DejaVu Sans"/>
            </a:endParaRPr>
          </a:p>
        </p:txBody>
      </p:sp>
      <p:cxnSp>
        <p:nvCxnSpPr>
          <p:cNvPr id="28" name="Straight Connector 7"/>
          <p:cNvCxnSpPr/>
          <p:nvPr/>
        </p:nvCxnSpPr>
        <p:spPr>
          <a:xfrm flipV="1">
            <a:off x="8386560" y="5263920"/>
            <a:ext cx="1440" cy="915840"/>
          </a:xfrm>
          <a:prstGeom prst="straightConnector1">
            <a:avLst/>
          </a:prstGeom>
          <a:ln w="19080">
            <a:solidFill>
              <a:srgbClr val="1482ac"/>
            </a:solidFill>
            <a:round/>
          </a:ln>
        </p:spPr>
      </p:cxnSp>
      <p:sp>
        <p:nvSpPr>
          <p:cNvPr id="29" name="PlaceHolder 1"/>
          <p:cNvSpPr>
            <a:spLocks noGrp="1"/>
          </p:cNvSpPr>
          <p:nvPr>
            <p:ph type="title"/>
          </p:nvPr>
        </p:nvSpPr>
        <p:spPr>
          <a:xfrm>
            <a:off x="1024200" y="1197000"/>
            <a:ext cx="9718560" cy="274680"/>
          </a:xfrm>
          <a:prstGeom prst="rect">
            <a:avLst/>
          </a:prstGeom>
          <a:noFill/>
          <a:ln w="0">
            <a:noFill/>
          </a:ln>
        </p:spPr>
        <p:txBody>
          <a:bodyPr lIns="0" rIns="0" tIns="0" bIns="0" anchor="ctr">
            <a:spAutoFit/>
          </a:bodyPr>
          <a:p>
            <a:pPr indent="0">
              <a:buNone/>
            </a:pPr>
            <a:r>
              <a:rPr b="0" lang="en-IN" sz="1800" strike="noStrike" u="none">
                <a:solidFill>
                  <a:srgbClr val="000000"/>
                </a:solidFill>
                <a:effectLst/>
                <a:uFillTx/>
                <a:latin typeface="Arial"/>
              </a:rPr>
              <a:t>Click to edit the title text format</a:t>
            </a:r>
            <a:endParaRPr b="0" lang="en-IN" sz="1800" strike="noStrike" u="none">
              <a:solidFill>
                <a:srgbClr val="000000"/>
              </a:solidFill>
              <a:effectLst/>
              <a:uFillTx/>
              <a:latin typeface="Arial"/>
            </a:endParaRPr>
          </a:p>
        </p:txBody>
      </p:sp>
      <p:sp>
        <p:nvSpPr>
          <p:cNvPr id="30" name="PlaceHolder 2"/>
          <p:cNvSpPr>
            <a:spLocks noGrp="1"/>
          </p:cNvSpPr>
          <p:nvPr>
            <p:ph type="body"/>
          </p:nvPr>
        </p:nvSpPr>
        <p:spPr>
          <a:xfrm>
            <a:off x="1024200" y="2286000"/>
            <a:ext cx="9718560" cy="4021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1800" strike="noStrike" u="none">
                <a:solidFill>
                  <a:srgbClr val="000000"/>
                </a:solidFill>
                <a:effectLst/>
                <a:uFillTx/>
                <a:latin typeface="Arial"/>
              </a:rPr>
              <a:t>Click to edit the outline text format</a:t>
            </a:r>
            <a:endParaRPr b="0" lang="en-IN"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IN" sz="1800" strike="noStrike" u="none">
                <a:solidFill>
                  <a:srgbClr val="000000"/>
                </a:solidFill>
                <a:effectLst/>
                <a:uFillTx/>
                <a:latin typeface="Arial"/>
              </a:rPr>
              <a:t>Second Outline Level</a:t>
            </a:r>
            <a:endParaRPr b="0" lang="en-IN"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IN" sz="1800" strike="noStrike" u="none">
                <a:solidFill>
                  <a:srgbClr val="000000"/>
                </a:solidFill>
                <a:effectLst/>
                <a:uFillTx/>
                <a:latin typeface="Arial"/>
              </a:rPr>
              <a:t>Third Outline Level</a:t>
            </a:r>
            <a:endParaRPr b="0" lang="en-IN"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IN" sz="1800" strike="noStrike" u="none">
                <a:solidFill>
                  <a:srgbClr val="000000"/>
                </a:solidFill>
                <a:effectLst/>
                <a:uFillTx/>
                <a:latin typeface="Arial"/>
              </a:rPr>
              <a:t>Fourth Outline Level</a:t>
            </a:r>
            <a:endParaRPr b="0" lang="en-IN"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IN" sz="1800" strike="noStrike" u="none">
                <a:solidFill>
                  <a:srgbClr val="000000"/>
                </a:solidFill>
                <a:effectLst/>
                <a:uFillTx/>
                <a:latin typeface="Arial"/>
              </a:rPr>
              <a:t>Fifth Outline Level</a:t>
            </a:r>
            <a:endParaRPr b="0" lang="en-IN"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IN" sz="1800" strike="noStrike" u="none">
                <a:solidFill>
                  <a:srgbClr val="000000"/>
                </a:solidFill>
                <a:effectLst/>
                <a:uFillTx/>
                <a:latin typeface="Arial"/>
              </a:rPr>
              <a:t>Sixth Outline Level</a:t>
            </a:r>
            <a:endParaRPr b="0" lang="en-IN"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IN" sz="1800" strike="noStrike" u="none">
                <a:solidFill>
                  <a:srgbClr val="000000"/>
                </a:solidFill>
                <a:effectLst/>
                <a:uFillTx/>
                <a:latin typeface="Arial"/>
              </a:rPr>
              <a:t>Seventh Outline Level</a:t>
            </a:r>
            <a:endParaRPr b="0" lang="en-IN" sz="1800" strike="noStrike" u="none">
              <a:solidFill>
                <a:srgbClr val="000000"/>
              </a:solidFill>
              <a:effectLst/>
              <a:uFillTx/>
              <a:latin typeface="Arial"/>
            </a:endParaRPr>
          </a:p>
        </p:txBody>
      </p:sp>
      <p:sp>
        <p:nvSpPr>
          <p:cNvPr id="31" name="PlaceHolder 3"/>
          <p:cNvSpPr>
            <a:spLocks noGrp="1"/>
          </p:cNvSpPr>
          <p:nvPr>
            <p:ph type="ftr" idx="10"/>
          </p:nvPr>
        </p:nvSpPr>
        <p:spPr>
          <a:xfrm>
            <a:off x="4843080" y="6470640"/>
            <a:ext cx="5900040" cy="27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32" name="PlaceHolder 4"/>
          <p:cNvSpPr>
            <a:spLocks noGrp="1"/>
          </p:cNvSpPr>
          <p:nvPr>
            <p:ph type="sldNum" idx="11"/>
          </p:nvPr>
        </p:nvSpPr>
        <p:spPr>
          <a:xfrm>
            <a:off x="10837440" y="6470640"/>
            <a:ext cx="972360" cy="27288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tabLst>
                <a:tab algn="l" pos="0"/>
              </a:tabLst>
            </a:pPr>
            <a:fld id="{028729D3-D6BD-46C0-B9FD-D836C8A712F6}"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sp>
        <p:nvSpPr>
          <p:cNvPr id="33" name="PlaceHolder 5"/>
          <p:cNvSpPr>
            <a:spLocks noGrp="1"/>
          </p:cNvSpPr>
          <p:nvPr>
            <p:ph type="dt" idx="12"/>
          </p:nvPr>
        </p:nvSpPr>
        <p:spPr>
          <a:xfrm>
            <a:off x="1024200" y="6470640"/>
            <a:ext cx="2152800" cy="272880"/>
          </a:xfrm>
          <a:prstGeom prst="rect">
            <a:avLst/>
          </a:prstGeom>
          <a:noFill/>
          <a:ln w="0">
            <a:noFill/>
          </a:ln>
        </p:spPr>
        <p:txBody>
          <a:bodyPr lIns="91440" rIns="91440" tIns="45720" bIns="45720" anchor="ctr">
            <a:noAutofit/>
          </a:bodyPr>
          <a:lstStyle>
            <a:lvl1pPr indent="0">
              <a:buNone/>
              <a:defRPr b="0" lang="en-IN" sz="1400" strike="noStrike" u="none">
                <a:solidFill>
                  <a:srgbClr val="000000"/>
                </a:solidFill>
                <a:effectLst/>
                <a:uFillTx/>
                <a:latin typeface="Times New Roman"/>
              </a:defRPr>
            </a:lvl1pPr>
          </a:lstStyle>
          <a:p>
            <a:pPr indent="0">
              <a:buNone/>
            </a:pPr>
            <a:r>
              <a:rPr b="0" lang="en-IN" sz="1400" strike="noStrike" u="none">
                <a:solidFill>
                  <a:srgbClr val="000000"/>
                </a:solidFill>
                <a:effectLst/>
                <a:uFillTx/>
                <a:latin typeface="Times New Roman"/>
              </a:rPr>
              <a:t>&lt;date/time&gt;</a:t>
            </a:r>
            <a:endParaRPr b="0" lang="en-IN"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36" name="Straight Connector 6"/>
          <p:cNvCxnSpPr/>
          <p:nvPr/>
        </p:nvCxnSpPr>
        <p:spPr>
          <a:xfrm flipV="1">
            <a:off x="761760" y="826200"/>
            <a:ext cx="1440" cy="915840"/>
          </a:xfrm>
          <a:prstGeom prst="straightConnector1">
            <a:avLst/>
          </a:prstGeom>
          <a:ln w="19080">
            <a:solidFill>
              <a:srgbClr val="1cade4"/>
            </a:solidFill>
            <a:round/>
          </a:ln>
        </p:spPr>
      </p:cxnSp>
      <p:sp>
        <p:nvSpPr>
          <p:cNvPr id="37" name="PlaceHolder 1"/>
          <p:cNvSpPr>
            <a:spLocks noGrp="1"/>
          </p:cNvSpPr>
          <p:nvPr>
            <p:ph type="title"/>
          </p:nvPr>
        </p:nvSpPr>
        <p:spPr>
          <a:xfrm>
            <a:off x="1024200" y="1197000"/>
            <a:ext cx="9718560" cy="274680"/>
          </a:xfrm>
          <a:prstGeom prst="rect">
            <a:avLst/>
          </a:prstGeom>
          <a:noFill/>
          <a:ln w="0">
            <a:noFill/>
          </a:ln>
        </p:spPr>
        <p:txBody>
          <a:bodyPr lIns="0" rIns="0" tIns="0" bIns="0" anchor="ctr">
            <a:spAutoFit/>
          </a:bodyPr>
          <a:p>
            <a:pPr indent="0">
              <a:buNone/>
            </a:pPr>
            <a:r>
              <a:rPr b="0" lang="en-IN" sz="1800" strike="noStrike" u="none">
                <a:solidFill>
                  <a:srgbClr val="000000"/>
                </a:solidFill>
                <a:effectLst/>
                <a:uFillTx/>
                <a:latin typeface="Arial"/>
              </a:rPr>
              <a:t>Click to edit the title text format</a:t>
            </a:r>
            <a:endParaRPr b="0" lang="en-IN" sz="1800" strike="noStrike" u="none">
              <a:solidFill>
                <a:srgbClr val="000000"/>
              </a:solidFill>
              <a:effectLst/>
              <a:uFillTx/>
              <a:latin typeface="Arial"/>
            </a:endParaRPr>
          </a:p>
        </p:txBody>
      </p:sp>
      <p:sp>
        <p:nvSpPr>
          <p:cNvPr id="38" name="PlaceHolder 2"/>
          <p:cNvSpPr>
            <a:spLocks noGrp="1"/>
          </p:cNvSpPr>
          <p:nvPr>
            <p:ph type="body"/>
          </p:nvPr>
        </p:nvSpPr>
        <p:spPr>
          <a:xfrm>
            <a:off x="1024200" y="2286000"/>
            <a:ext cx="9718560" cy="4021920"/>
          </a:xfrm>
          <a:prstGeom prst="rect">
            <a:avLst/>
          </a:prstGeom>
          <a:noFill/>
          <a:ln w="0">
            <a:noFill/>
          </a:ln>
        </p:spPr>
        <p:txBody>
          <a:bodyPr lIns="0" rIns="0" tIns="0" bIns="0" anchor="t" vert="eaVert">
            <a:normAutofit/>
          </a:bodyPr>
          <a:p>
            <a:pPr marL="432000" indent="-324000">
              <a:spcBef>
                <a:spcPts val="1417"/>
              </a:spcBef>
              <a:buClr>
                <a:srgbClr val="000000"/>
              </a:buClr>
              <a:buSzPct val="45000"/>
              <a:buFont typeface="Wingdings" charset="2"/>
              <a:buChar char=""/>
            </a:pPr>
            <a:r>
              <a:rPr b="0" lang="en-IN" sz="1800" strike="noStrike" u="none">
                <a:solidFill>
                  <a:srgbClr val="000000"/>
                </a:solidFill>
                <a:effectLst/>
                <a:uFillTx/>
                <a:latin typeface="Arial"/>
              </a:rPr>
              <a:t>Click to edit the outline text format</a:t>
            </a:r>
            <a:endParaRPr b="0" lang="en-IN"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IN" sz="1800" strike="noStrike" u="none">
                <a:solidFill>
                  <a:srgbClr val="000000"/>
                </a:solidFill>
                <a:effectLst/>
                <a:uFillTx/>
                <a:latin typeface="Arial"/>
              </a:rPr>
              <a:t>Second Outline Level</a:t>
            </a:r>
            <a:endParaRPr b="0" lang="en-IN"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IN" sz="1800" strike="noStrike" u="none">
                <a:solidFill>
                  <a:srgbClr val="000000"/>
                </a:solidFill>
                <a:effectLst/>
                <a:uFillTx/>
                <a:latin typeface="Arial"/>
              </a:rPr>
              <a:t>Third Outline Level</a:t>
            </a:r>
            <a:endParaRPr b="0" lang="en-IN"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IN" sz="1800" strike="noStrike" u="none">
                <a:solidFill>
                  <a:srgbClr val="000000"/>
                </a:solidFill>
                <a:effectLst/>
                <a:uFillTx/>
                <a:latin typeface="Arial"/>
              </a:rPr>
              <a:t>Fourth Outline Level</a:t>
            </a:r>
            <a:endParaRPr b="0" lang="en-IN"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IN" sz="1800" strike="noStrike" u="none">
                <a:solidFill>
                  <a:srgbClr val="000000"/>
                </a:solidFill>
                <a:effectLst/>
                <a:uFillTx/>
                <a:latin typeface="Arial"/>
              </a:rPr>
              <a:t>Fifth Outline Level</a:t>
            </a:r>
            <a:endParaRPr b="0" lang="en-IN"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IN" sz="1800" strike="noStrike" u="none">
                <a:solidFill>
                  <a:srgbClr val="000000"/>
                </a:solidFill>
                <a:effectLst/>
                <a:uFillTx/>
                <a:latin typeface="Arial"/>
              </a:rPr>
              <a:t>Sixth Outline Level</a:t>
            </a:r>
            <a:endParaRPr b="0" lang="en-IN"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IN" sz="1800" strike="noStrike" u="none">
                <a:solidFill>
                  <a:srgbClr val="000000"/>
                </a:solidFill>
                <a:effectLst/>
                <a:uFillTx/>
                <a:latin typeface="Arial"/>
              </a:rPr>
              <a:t>Seventh Outline Level</a:t>
            </a:r>
            <a:endParaRPr b="0" lang="en-IN" sz="1800" strike="noStrike" u="none">
              <a:solidFill>
                <a:srgbClr val="000000"/>
              </a:solidFill>
              <a:effectLst/>
              <a:uFillTx/>
              <a:latin typeface="Arial"/>
            </a:endParaRPr>
          </a:p>
        </p:txBody>
      </p:sp>
      <p:sp>
        <p:nvSpPr>
          <p:cNvPr id="39" name="PlaceHolder 3"/>
          <p:cNvSpPr>
            <a:spLocks noGrp="1"/>
          </p:cNvSpPr>
          <p:nvPr>
            <p:ph type="ftr" idx="13"/>
          </p:nvPr>
        </p:nvSpPr>
        <p:spPr>
          <a:xfrm>
            <a:off x="4843080" y="6470640"/>
            <a:ext cx="5900040" cy="27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40" name="PlaceHolder 4"/>
          <p:cNvSpPr>
            <a:spLocks noGrp="1"/>
          </p:cNvSpPr>
          <p:nvPr>
            <p:ph type="sldNum" idx="14"/>
          </p:nvPr>
        </p:nvSpPr>
        <p:spPr>
          <a:xfrm>
            <a:off x="10837440" y="6470640"/>
            <a:ext cx="972360" cy="27288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tabLst>
                <a:tab algn="l" pos="0"/>
              </a:tabLst>
            </a:pPr>
            <a:fld id="{220C434B-B3CB-42D2-AAB4-099A650BA604}"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sp>
        <p:nvSpPr>
          <p:cNvPr id="41" name="PlaceHolder 5"/>
          <p:cNvSpPr>
            <a:spLocks noGrp="1"/>
          </p:cNvSpPr>
          <p:nvPr>
            <p:ph type="dt" idx="15"/>
          </p:nvPr>
        </p:nvSpPr>
        <p:spPr>
          <a:xfrm>
            <a:off x="1024200" y="6470640"/>
            <a:ext cx="2152800" cy="272880"/>
          </a:xfrm>
          <a:prstGeom prst="rect">
            <a:avLst/>
          </a:prstGeom>
          <a:noFill/>
          <a:ln w="0">
            <a:noFill/>
          </a:ln>
        </p:spPr>
        <p:txBody>
          <a:bodyPr lIns="91440" rIns="91440" tIns="45720" bIns="45720" anchor="ctr">
            <a:noAutofit/>
          </a:bodyPr>
          <a:lstStyle>
            <a:lvl1pPr indent="0">
              <a:buNone/>
              <a:defRPr b="0" lang="en-IN" sz="1400" strike="noStrike" u="none">
                <a:solidFill>
                  <a:srgbClr val="000000"/>
                </a:solidFill>
                <a:effectLst/>
                <a:uFillTx/>
                <a:latin typeface="Times New Roman"/>
              </a:defRPr>
            </a:lvl1pPr>
          </a:lstStyle>
          <a:p>
            <a:pPr indent="0">
              <a:buNone/>
            </a:pPr>
            <a:r>
              <a:rPr b="0" lang="en-IN" sz="1400" strike="noStrike" u="none">
                <a:solidFill>
                  <a:srgbClr val="000000"/>
                </a:solidFill>
                <a:effectLst/>
                <a:uFillTx/>
                <a:latin typeface="Times New Roman"/>
              </a:rPr>
              <a:t>&lt;date/time&gt;</a:t>
            </a:r>
            <a:endParaRPr b="0" lang="en-IN"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44" name="Straight Connector 6"/>
          <p:cNvCxnSpPr/>
          <p:nvPr/>
        </p:nvCxnSpPr>
        <p:spPr>
          <a:xfrm flipV="1">
            <a:off x="761760" y="826200"/>
            <a:ext cx="1440" cy="915840"/>
          </a:xfrm>
          <a:prstGeom prst="straightConnector1">
            <a:avLst/>
          </a:prstGeom>
          <a:ln w="19080">
            <a:solidFill>
              <a:srgbClr val="1cade4"/>
            </a:solidFill>
            <a:round/>
          </a:ln>
        </p:spPr>
      </p:cxnSp>
      <p:cxnSp>
        <p:nvCxnSpPr>
          <p:cNvPr id="45" name="Straight Connector 6"/>
          <p:cNvCxnSpPr/>
          <p:nvPr/>
        </p:nvCxnSpPr>
        <p:spPr>
          <a:xfrm>
            <a:off x="9601200" y="516240"/>
            <a:ext cx="915840" cy="1440"/>
          </a:xfrm>
          <a:prstGeom prst="straightConnector1">
            <a:avLst/>
          </a:prstGeom>
          <a:ln w="19080">
            <a:solidFill>
              <a:srgbClr val="1cade4"/>
            </a:solidFill>
            <a:round/>
          </a:ln>
        </p:spPr>
      </p:cxnSp>
      <p:sp>
        <p:nvSpPr>
          <p:cNvPr id="46" name="PlaceHolder 1"/>
          <p:cNvSpPr>
            <a:spLocks noGrp="1"/>
          </p:cNvSpPr>
          <p:nvPr>
            <p:ph type="title"/>
          </p:nvPr>
        </p:nvSpPr>
        <p:spPr>
          <a:xfrm>
            <a:off x="1024200" y="1022040"/>
            <a:ext cx="9718560" cy="624960"/>
          </a:xfrm>
          <a:prstGeom prst="rect">
            <a:avLst/>
          </a:prstGeom>
          <a:noFill/>
          <a:ln w="0">
            <a:noFill/>
          </a:ln>
        </p:spPr>
        <p:txBody>
          <a:bodyPr lIns="0" rIns="0" tIns="0" bIns="0" anchor="ctr" vert="eaVert">
            <a:noAutofit/>
          </a:bodyPr>
          <a:p>
            <a:pPr indent="0">
              <a:buNone/>
            </a:pPr>
            <a:r>
              <a:rPr b="0" lang="en-IN" sz="1800" strike="noStrike" u="none">
                <a:solidFill>
                  <a:srgbClr val="000000"/>
                </a:solidFill>
                <a:effectLst/>
                <a:uFillTx/>
                <a:latin typeface="Arial"/>
              </a:rPr>
              <a:t>Click to edit the title text format</a:t>
            </a:r>
            <a:endParaRPr b="0" lang="en-IN" sz="1800" strike="noStrike" u="none">
              <a:solidFill>
                <a:srgbClr val="000000"/>
              </a:solidFill>
              <a:effectLst/>
              <a:uFillTx/>
              <a:latin typeface="Arial"/>
            </a:endParaRPr>
          </a:p>
        </p:txBody>
      </p:sp>
      <p:sp>
        <p:nvSpPr>
          <p:cNvPr id="47" name="PlaceHolder 2"/>
          <p:cNvSpPr>
            <a:spLocks noGrp="1"/>
          </p:cNvSpPr>
          <p:nvPr>
            <p:ph type="body"/>
          </p:nvPr>
        </p:nvSpPr>
        <p:spPr>
          <a:xfrm>
            <a:off x="1024200" y="2286000"/>
            <a:ext cx="9718560" cy="4021920"/>
          </a:xfrm>
          <a:prstGeom prst="rect">
            <a:avLst/>
          </a:prstGeom>
          <a:noFill/>
          <a:ln w="0">
            <a:noFill/>
          </a:ln>
        </p:spPr>
        <p:txBody>
          <a:bodyPr lIns="0" rIns="0" tIns="0" bIns="0" anchor="t" vert="eaVert">
            <a:normAutofit/>
          </a:bodyPr>
          <a:p>
            <a:pPr marL="432000" indent="-324000">
              <a:spcBef>
                <a:spcPts val="1417"/>
              </a:spcBef>
              <a:buClr>
                <a:srgbClr val="000000"/>
              </a:buClr>
              <a:buSzPct val="45000"/>
              <a:buFont typeface="Wingdings" charset="2"/>
              <a:buChar char=""/>
            </a:pPr>
            <a:r>
              <a:rPr b="0" lang="en-IN" sz="1800" strike="noStrike" u="none">
                <a:solidFill>
                  <a:srgbClr val="000000"/>
                </a:solidFill>
                <a:effectLst/>
                <a:uFillTx/>
                <a:latin typeface="Arial"/>
              </a:rPr>
              <a:t>Click to edit the outline text format</a:t>
            </a:r>
            <a:endParaRPr b="0" lang="en-IN"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IN" sz="1800" strike="noStrike" u="none">
                <a:solidFill>
                  <a:srgbClr val="000000"/>
                </a:solidFill>
                <a:effectLst/>
                <a:uFillTx/>
                <a:latin typeface="Arial"/>
              </a:rPr>
              <a:t>Second Outline Level</a:t>
            </a:r>
            <a:endParaRPr b="0" lang="en-IN"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IN" sz="1800" strike="noStrike" u="none">
                <a:solidFill>
                  <a:srgbClr val="000000"/>
                </a:solidFill>
                <a:effectLst/>
                <a:uFillTx/>
                <a:latin typeface="Arial"/>
              </a:rPr>
              <a:t>Third Outline Level</a:t>
            </a:r>
            <a:endParaRPr b="0" lang="en-IN"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IN" sz="1800" strike="noStrike" u="none">
                <a:solidFill>
                  <a:srgbClr val="000000"/>
                </a:solidFill>
                <a:effectLst/>
                <a:uFillTx/>
                <a:latin typeface="Arial"/>
              </a:rPr>
              <a:t>Fourth Outline Level</a:t>
            </a:r>
            <a:endParaRPr b="0" lang="en-IN"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IN" sz="1800" strike="noStrike" u="none">
                <a:solidFill>
                  <a:srgbClr val="000000"/>
                </a:solidFill>
                <a:effectLst/>
                <a:uFillTx/>
                <a:latin typeface="Arial"/>
              </a:rPr>
              <a:t>Fifth Outline Level</a:t>
            </a:r>
            <a:endParaRPr b="0" lang="en-IN"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IN" sz="1800" strike="noStrike" u="none">
                <a:solidFill>
                  <a:srgbClr val="000000"/>
                </a:solidFill>
                <a:effectLst/>
                <a:uFillTx/>
                <a:latin typeface="Arial"/>
              </a:rPr>
              <a:t>Sixth Outline Level</a:t>
            </a:r>
            <a:endParaRPr b="0" lang="en-IN"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IN" sz="1800" strike="noStrike" u="none">
                <a:solidFill>
                  <a:srgbClr val="000000"/>
                </a:solidFill>
                <a:effectLst/>
                <a:uFillTx/>
                <a:latin typeface="Arial"/>
              </a:rPr>
              <a:t>Seventh Outline Level</a:t>
            </a:r>
            <a:endParaRPr b="0" lang="en-IN" sz="1800" strike="noStrike" u="none">
              <a:solidFill>
                <a:srgbClr val="000000"/>
              </a:solidFill>
              <a:effectLst/>
              <a:uFillTx/>
              <a:latin typeface="Arial"/>
            </a:endParaRPr>
          </a:p>
        </p:txBody>
      </p:sp>
      <p:sp>
        <p:nvSpPr>
          <p:cNvPr id="48" name="PlaceHolder 3"/>
          <p:cNvSpPr>
            <a:spLocks noGrp="1"/>
          </p:cNvSpPr>
          <p:nvPr>
            <p:ph type="ftr" idx="16"/>
          </p:nvPr>
        </p:nvSpPr>
        <p:spPr>
          <a:xfrm>
            <a:off x="4843080" y="6470640"/>
            <a:ext cx="5900040" cy="27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49" name="PlaceHolder 4"/>
          <p:cNvSpPr>
            <a:spLocks noGrp="1"/>
          </p:cNvSpPr>
          <p:nvPr>
            <p:ph type="sldNum" idx="17"/>
          </p:nvPr>
        </p:nvSpPr>
        <p:spPr>
          <a:xfrm>
            <a:off x="10837440" y="6470640"/>
            <a:ext cx="972360" cy="27288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tabLst>
                <a:tab algn="l" pos="0"/>
              </a:tabLst>
            </a:pPr>
            <a:fld id="{689272B1-5D14-49E1-82A2-760F61649604}"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sp>
        <p:nvSpPr>
          <p:cNvPr id="50" name="PlaceHolder 5"/>
          <p:cNvSpPr>
            <a:spLocks noGrp="1"/>
          </p:cNvSpPr>
          <p:nvPr>
            <p:ph type="dt" idx="18"/>
          </p:nvPr>
        </p:nvSpPr>
        <p:spPr>
          <a:xfrm>
            <a:off x="1024200" y="6470640"/>
            <a:ext cx="2152800" cy="272880"/>
          </a:xfrm>
          <a:prstGeom prst="rect">
            <a:avLst/>
          </a:prstGeom>
          <a:noFill/>
          <a:ln w="0">
            <a:noFill/>
          </a:ln>
        </p:spPr>
        <p:txBody>
          <a:bodyPr lIns="91440" rIns="91440" tIns="45720" bIns="45720" anchor="ctr">
            <a:noAutofit/>
          </a:bodyPr>
          <a:lstStyle>
            <a:lvl1pPr indent="0">
              <a:buNone/>
              <a:defRPr b="0" lang="en-IN" sz="1400" strike="noStrike" u="none">
                <a:solidFill>
                  <a:srgbClr val="000000"/>
                </a:solidFill>
                <a:effectLst/>
                <a:uFillTx/>
                <a:latin typeface="Times New Roman"/>
              </a:defRPr>
            </a:lvl1pPr>
          </a:lstStyle>
          <a:p>
            <a:pPr indent="0">
              <a:buNone/>
            </a:pPr>
            <a:r>
              <a:rPr b="0" lang="en-IN" sz="1400" strike="noStrike" u="none">
                <a:solidFill>
                  <a:srgbClr val="000000"/>
                </a:solidFill>
                <a:effectLst/>
                <a:uFillTx/>
                <a:latin typeface="Times New Roman"/>
              </a:rPr>
              <a:t>&lt;date/time&gt;</a:t>
            </a:r>
            <a:endParaRPr b="0" lang="en-IN"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2"/>
    <p:sldLayoutId id="2147483662" r:id="rId3"/>
    <p:sldLayoutId id="2147483663" r:id="rId4"/>
    <p:sldLayoutId id="2147483664" r:id="rId5"/>
    <p:sldLayoutId id="2147483665" r:id="rId6"/>
    <p:sldLayoutId id="2147483666" r:id="rId7"/>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8.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8.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8.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8.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8.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8.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Rectangle 27">
            <a:extLst>
              <a:ext uri="{C183D7F6-B498-43B3-948B-1728B52AA6E4}">
                <adec:decorative xmlns:adec="http://schemas.microsoft.com/office/drawing/2017/decorative" val="1"/>
              </a:ext>
            </a:extLst>
          </p:cNvPr>
          <p:cNvSpPr/>
          <p:nvPr/>
        </p:nvSpPr>
        <p:spPr>
          <a:xfrm>
            <a:off x="-10080" y="0"/>
            <a:ext cx="4068360" cy="6856560"/>
          </a:xfrm>
          <a:prstGeom prst="rect">
            <a:avLst/>
          </a:prstGeom>
          <a:solidFill>
            <a:schemeClr val="accent1"/>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sp>
        <p:nvSpPr>
          <p:cNvPr id="92" name="PlaceHolder 1"/>
          <p:cNvSpPr>
            <a:spLocks noGrp="1"/>
          </p:cNvSpPr>
          <p:nvPr>
            <p:ph type="title"/>
          </p:nvPr>
        </p:nvSpPr>
        <p:spPr>
          <a:xfrm>
            <a:off x="309960" y="640080"/>
            <a:ext cx="3428280" cy="5611680"/>
          </a:xfrm>
          <a:prstGeom prst="rect">
            <a:avLst/>
          </a:prstGeom>
          <a:noFill/>
          <a:ln w="0">
            <a:noFill/>
          </a:ln>
        </p:spPr>
        <p:txBody>
          <a:bodyPr lIns="91440" rIns="91440" tIns="45720" bIns="45720" anchor="ctr">
            <a:normAutofit/>
          </a:bodyPr>
          <a:p>
            <a:pPr indent="0" defTabSz="914400">
              <a:lnSpc>
                <a:spcPct val="80000"/>
              </a:lnSpc>
              <a:buNone/>
              <a:tabLst>
                <a:tab algn="l" pos="0"/>
              </a:tabLst>
            </a:pPr>
            <a:r>
              <a:rPr b="0" lang="en-IN" sz="5000" spc="99" strike="noStrike" u="none" cap="all">
                <a:solidFill>
                  <a:srgbClr val="ffffff"/>
                </a:solidFill>
                <a:effectLst/>
                <a:uFillTx/>
                <a:latin typeface="Tw Cen MT Condensed"/>
              </a:rPr>
              <a:t>C Programming Project Presentation</a:t>
            </a:r>
            <a:endParaRPr b="0" lang="en-IN" sz="5000" strike="noStrike" u="none">
              <a:solidFill>
                <a:srgbClr val="000000"/>
              </a:solidFill>
              <a:effectLst/>
              <a:uFillTx/>
              <a:latin typeface="Arial"/>
            </a:endParaRPr>
          </a:p>
        </p:txBody>
      </p:sp>
      <p:sp>
        <p:nvSpPr>
          <p:cNvPr id="93" name="PlaceHolder 2"/>
          <p:cNvSpPr>
            <a:spLocks noGrp="1"/>
          </p:cNvSpPr>
          <p:nvPr>
            <p:ph/>
          </p:nvPr>
        </p:nvSpPr>
        <p:spPr>
          <a:xfrm>
            <a:off x="4699800" y="2106360"/>
            <a:ext cx="7170840" cy="374364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tabLst>
                <a:tab algn="l" pos="0"/>
              </a:tabLst>
            </a:pPr>
            <a:endParaRPr b="0" lang="en-IN" sz="2200" strike="noStrike" u="none">
              <a:solidFill>
                <a:srgbClr val="000000"/>
              </a:solidFill>
              <a:effectLst/>
              <a:uFillTx/>
              <a:latin typeface="Arial"/>
            </a:endParaRPr>
          </a:p>
          <a:p>
            <a:pPr marL="91440" indent="-91440" defTabSz="914400">
              <a:lnSpc>
                <a:spcPct val="90000"/>
              </a:lnSpc>
              <a:spcBef>
                <a:spcPts val="1199"/>
              </a:spcBef>
              <a:spcAft>
                <a:spcPts val="201"/>
              </a:spcAft>
              <a:buClr>
                <a:srgbClr val="1cade4"/>
              </a:buClr>
              <a:buFont typeface="Tw Cen MT"/>
              <a:buChar char=" "/>
              <a:tabLst>
                <a:tab algn="l" pos="0"/>
              </a:tabLst>
            </a:pPr>
            <a:r>
              <a:rPr b="0" lang="en-US" sz="1800" strike="noStrike" u="none">
                <a:solidFill>
                  <a:schemeClr val="dk1"/>
                </a:solidFill>
                <a:effectLst/>
                <a:uFillTx/>
                <a:latin typeface="Tw Cen MT"/>
              </a:rPr>
              <a:t>Project Title: [Mini Library Catalog]</a:t>
            </a:r>
            <a:endParaRPr b="0" lang="en-IN" sz="1800" strike="noStrike" u="none">
              <a:solidFill>
                <a:srgbClr val="000000"/>
              </a:solidFill>
              <a:effectLst/>
              <a:uFillTx/>
              <a:latin typeface="Arial"/>
            </a:endParaRPr>
          </a:p>
          <a:p>
            <a:pPr marL="91440" indent="-91440" defTabSz="914400">
              <a:lnSpc>
                <a:spcPct val="90000"/>
              </a:lnSpc>
              <a:spcBef>
                <a:spcPts val="1199"/>
              </a:spcBef>
              <a:spcAft>
                <a:spcPts val="201"/>
              </a:spcAft>
              <a:buClr>
                <a:srgbClr val="1cade4"/>
              </a:buClr>
              <a:buFont typeface="Tw Cen MT"/>
              <a:buChar char=" "/>
              <a:tabLst>
                <a:tab algn="l" pos="0"/>
              </a:tabLst>
            </a:pPr>
            <a:r>
              <a:rPr b="0" lang="en-US" sz="1800" strike="noStrike" u="none">
                <a:solidFill>
                  <a:schemeClr val="dk1"/>
                </a:solidFill>
                <a:effectLst/>
                <a:uFillTx/>
                <a:latin typeface="Tw Cen MT"/>
              </a:rPr>
              <a:t>Course: C Programming Lab </a:t>
            </a:r>
            <a:endParaRPr b="0" lang="en-IN" sz="1800" strike="noStrike" u="none">
              <a:solidFill>
                <a:srgbClr val="000000"/>
              </a:solidFill>
              <a:effectLst/>
              <a:uFillTx/>
              <a:latin typeface="Arial"/>
            </a:endParaRPr>
          </a:p>
          <a:p>
            <a:pPr marL="91440" indent="-91440" defTabSz="914400">
              <a:lnSpc>
                <a:spcPct val="90000"/>
              </a:lnSpc>
              <a:spcBef>
                <a:spcPts val="1199"/>
              </a:spcBef>
              <a:spcAft>
                <a:spcPts val="201"/>
              </a:spcAft>
              <a:buClr>
                <a:srgbClr val="1cade4"/>
              </a:buClr>
              <a:buFont typeface="Tw Cen MT"/>
              <a:buChar char=" "/>
              <a:tabLst>
                <a:tab algn="l" pos="0"/>
              </a:tabLst>
            </a:pPr>
            <a:r>
              <a:rPr b="0" lang="en-US" sz="1800" strike="noStrike" u="none">
                <a:solidFill>
                  <a:schemeClr val="dk1"/>
                </a:solidFill>
                <a:effectLst/>
                <a:uFillTx/>
                <a:latin typeface="Tw Cen MT"/>
              </a:rPr>
              <a:t>Student Name &amp; Roll No: [PREETHIKA.V(25BCS246),RAIHANA.A(25BCS247),RESHMA.R(25BCS248), ROSHINI.S.B(25BCS249),SANDHIYA.P(25BCS250)]</a:t>
            </a:r>
            <a:endParaRPr b="0" lang="en-IN" sz="1800" strike="noStrike" u="none">
              <a:solidFill>
                <a:srgbClr val="000000"/>
              </a:solidFill>
              <a:effectLst/>
              <a:uFillTx/>
              <a:latin typeface="Arial"/>
            </a:endParaRPr>
          </a:p>
          <a:p>
            <a:pPr marL="91440" indent="-91440" defTabSz="914400">
              <a:lnSpc>
                <a:spcPct val="90000"/>
              </a:lnSpc>
              <a:spcBef>
                <a:spcPts val="1199"/>
              </a:spcBef>
              <a:spcAft>
                <a:spcPts val="201"/>
              </a:spcAft>
              <a:buClr>
                <a:srgbClr val="1cade4"/>
              </a:buClr>
              <a:buFont typeface="Tw Cen MT"/>
              <a:buChar char=" "/>
              <a:tabLst>
                <a:tab algn="l" pos="0"/>
              </a:tabLst>
            </a:pPr>
            <a:r>
              <a:rPr b="0" lang="en-US" sz="1800" strike="noStrike" u="none">
                <a:solidFill>
                  <a:schemeClr val="dk1"/>
                </a:solidFill>
                <a:effectLst/>
                <a:uFillTx/>
                <a:latin typeface="Tw Cen MT"/>
              </a:rPr>
              <a:t>Department: Computer Science </a:t>
            </a:r>
            <a:endParaRPr b="0" lang="en-IN" sz="1800" strike="noStrike" u="none">
              <a:solidFill>
                <a:srgbClr val="000000"/>
              </a:solidFill>
              <a:effectLst/>
              <a:uFillTx/>
              <a:latin typeface="Arial"/>
            </a:endParaRPr>
          </a:p>
          <a:p>
            <a:pPr marL="91440" indent="-91440" defTabSz="914400">
              <a:lnSpc>
                <a:spcPct val="90000"/>
              </a:lnSpc>
              <a:spcBef>
                <a:spcPts val="1199"/>
              </a:spcBef>
              <a:spcAft>
                <a:spcPts val="201"/>
              </a:spcAft>
              <a:buClr>
                <a:srgbClr val="1cade4"/>
              </a:buClr>
              <a:buFont typeface="Tw Cen MT"/>
              <a:buChar char=" "/>
              <a:tabLst>
                <a:tab algn="l" pos="0"/>
              </a:tabLst>
            </a:pPr>
            <a:r>
              <a:rPr b="0" lang="en-US" sz="1800" strike="noStrike" u="none">
                <a:solidFill>
                  <a:schemeClr val="dk1"/>
                </a:solidFill>
                <a:effectLst/>
                <a:uFillTx/>
                <a:latin typeface="Tw Cen MT"/>
              </a:rPr>
              <a:t>Mentor / Guide: [Name &amp; Designation]</a:t>
            </a:r>
            <a:endParaRPr b="0" lang="en-IN" sz="1800" strike="noStrike" u="none">
              <a:solidFill>
                <a:srgbClr val="000000"/>
              </a:solidFill>
              <a:effectLst/>
              <a:uFillTx/>
              <a:latin typeface="Arial"/>
            </a:endParaRPr>
          </a:p>
        </p:txBody>
      </p:sp>
      <p:pic>
        <p:nvPicPr>
          <p:cNvPr id="94" name="Picture 5" descr="A blue and red logo&#10;&#10;AI-generated content may be incorrect."/>
          <p:cNvPicPr/>
          <p:nvPr/>
        </p:nvPicPr>
        <p:blipFill>
          <a:blip r:embed="rId1"/>
          <a:stretch/>
        </p:blipFill>
        <p:spPr>
          <a:xfrm>
            <a:off x="4699800" y="233280"/>
            <a:ext cx="6742440" cy="168444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Rectangle 7">
            <a:extLst>
              <a:ext uri="{C183D7F6-B498-43B3-948B-1728B52AA6E4}">
                <adec:decorative xmlns:adec="http://schemas.microsoft.com/office/drawing/2017/decorative" val="1"/>
              </a:ext>
            </a:extLst>
          </p:cNvPr>
          <p:cNvSpPr/>
          <p:nvPr/>
        </p:nvSpPr>
        <p:spPr>
          <a:xfrm>
            <a:off x="0" y="0"/>
            <a:ext cx="12190680" cy="6856560"/>
          </a:xfrm>
          <a:prstGeom prst="rect">
            <a:avLst/>
          </a:prstGeom>
          <a:solidFill>
            <a:srgbClr val="000000"/>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sp>
        <p:nvSpPr>
          <p:cNvPr id="96" name="Rectangle 9">
            <a:extLst>
              <a:ext uri="{C183D7F6-B498-43B3-948B-1728B52AA6E4}">
                <adec:decorative xmlns:adec="http://schemas.microsoft.com/office/drawing/2017/decorative" val="1"/>
              </a:ext>
            </a:extLst>
          </p:cNvPr>
          <p:cNvSpPr/>
          <p:nvPr/>
        </p:nvSpPr>
        <p:spPr>
          <a:xfrm>
            <a:off x="2772720" y="484560"/>
            <a:ext cx="8946720" cy="5879520"/>
          </a:xfrm>
          <a:prstGeom prst="rect">
            <a:avLst/>
          </a:prstGeom>
          <a:solidFill>
            <a:srgbClr val="404040"/>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sp>
        <p:nvSpPr>
          <p:cNvPr id="97" name="PlaceHolder 1"/>
          <p:cNvSpPr>
            <a:spLocks noGrp="1"/>
          </p:cNvSpPr>
          <p:nvPr>
            <p:ph type="title"/>
          </p:nvPr>
        </p:nvSpPr>
        <p:spPr>
          <a:xfrm>
            <a:off x="3420000" y="540000"/>
            <a:ext cx="7971120" cy="1259280"/>
          </a:xfrm>
          <a:prstGeom prst="rect">
            <a:avLst/>
          </a:prstGeom>
          <a:noFill/>
          <a:ln w="0">
            <a:noFill/>
          </a:ln>
        </p:spPr>
        <p:txBody>
          <a:bodyPr lIns="91440" rIns="91440" tIns="45720" bIns="45720" anchor="ctr">
            <a:normAutofit/>
          </a:bodyPr>
          <a:p>
            <a:pPr indent="0" defTabSz="914400">
              <a:lnSpc>
                <a:spcPct val="80000"/>
              </a:lnSpc>
              <a:buNone/>
              <a:tabLst>
                <a:tab algn="l" pos="0"/>
              </a:tabLst>
            </a:pPr>
            <a:r>
              <a:rPr b="0" lang="en-IN" sz="5000" spc="99" strike="noStrike" u="none" cap="all">
                <a:solidFill>
                  <a:srgbClr val="ffffff"/>
                </a:solidFill>
                <a:effectLst/>
                <a:uFillTx/>
                <a:latin typeface="Tw Cen MT Condensed"/>
              </a:rPr>
              <a:t>Introduction</a:t>
            </a:r>
            <a:endParaRPr b="0" lang="en-IN" sz="5000" strike="noStrike" u="none">
              <a:solidFill>
                <a:srgbClr val="000000"/>
              </a:solidFill>
              <a:effectLst/>
              <a:uFillTx/>
              <a:latin typeface="Arial"/>
            </a:endParaRPr>
          </a:p>
        </p:txBody>
      </p:sp>
      <p:sp>
        <p:nvSpPr>
          <p:cNvPr id="98" name="Rectangle 11">
            <a:extLst>
              <a:ext uri="{C183D7F6-B498-43B3-948B-1728B52AA6E4}">
                <adec:decorative xmlns:adec="http://schemas.microsoft.com/office/drawing/2017/decorative" val="1"/>
              </a:ext>
            </a:extLst>
          </p:cNvPr>
          <p:cNvSpPr/>
          <p:nvPr/>
        </p:nvSpPr>
        <p:spPr>
          <a:xfrm>
            <a:off x="475200" y="484560"/>
            <a:ext cx="2127600" cy="5879520"/>
          </a:xfrm>
          <a:prstGeom prst="rect">
            <a:avLst/>
          </a:prstGeom>
          <a:solidFill>
            <a:schemeClr val="accent1"/>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cxnSp>
        <p:nvCxnSpPr>
          <p:cNvPr id="99" name="Straight Connector 13">
            <a:extLst>
              <a:ext uri="{C183D7F6-B498-43B3-948B-1728B52AA6E4}">
                <adec:decorative xmlns:adec="http://schemas.microsoft.com/office/drawing/2017/decorative" val="1"/>
              </a:ext>
            </a:extLst>
          </p:cNvPr>
          <p:cNvCxnSpPr/>
          <p:nvPr/>
        </p:nvCxnSpPr>
        <p:spPr>
          <a:xfrm flipV="1">
            <a:off x="3206880" y="1029240"/>
            <a:ext cx="1440" cy="915840"/>
          </a:xfrm>
          <a:prstGeom prst="straightConnector1">
            <a:avLst/>
          </a:prstGeom>
          <a:ln w="19080">
            <a:solidFill>
              <a:schemeClr val="accent1">
                <a:alpha val="80000"/>
              </a:schemeClr>
            </a:solidFill>
            <a:round/>
          </a:ln>
        </p:spPr>
      </p:cxnSp>
      <p:sp>
        <p:nvSpPr>
          <p:cNvPr id="100" name="PlaceHolder 2"/>
          <p:cNvSpPr>
            <a:spLocks noGrp="1"/>
          </p:cNvSpPr>
          <p:nvPr>
            <p:ph/>
          </p:nvPr>
        </p:nvSpPr>
        <p:spPr>
          <a:xfrm rot="21588000">
            <a:off x="3427560" y="1605960"/>
            <a:ext cx="7962480" cy="4435920"/>
          </a:xfrm>
          <a:prstGeom prst="rect">
            <a:avLst/>
          </a:prstGeom>
          <a:noFill/>
          <a:ln w="0">
            <a:noFill/>
          </a:ln>
        </p:spPr>
        <p:txBody>
          <a:bodyPr lIns="45720" rIns="45720" tIns="45720" bIns="45720" anchor="t">
            <a:normAutofit fontScale="85000" lnSpcReduction="19999"/>
          </a:bodyPr>
          <a:p>
            <a:pPr indent="0" defTabSz="914400">
              <a:lnSpc>
                <a:spcPct val="90000"/>
              </a:lnSpc>
              <a:spcBef>
                <a:spcPts val="1199"/>
              </a:spcBef>
              <a:spcAft>
                <a:spcPts val="201"/>
              </a:spcAft>
              <a:buNone/>
              <a:tabLst>
                <a:tab algn="l" pos="0"/>
              </a:tabLst>
            </a:pPr>
            <a:endParaRPr b="0" lang="en-IN" sz="22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1800" strike="noStrike" u="none">
                <a:solidFill>
                  <a:srgbClr val="ffffff"/>
                </a:solidFill>
                <a:effectLst/>
                <a:uFillTx/>
                <a:latin typeface="Tw Cen MT"/>
              </a:rPr>
              <a:t>Overview of the Project and Its Purpose :</a:t>
            </a:r>
            <a:endParaRPr b="0" lang="en-IN" sz="18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1100" strike="noStrike" u="none">
                <a:solidFill>
                  <a:srgbClr val="ffffff"/>
                </a:solidFill>
                <a:effectLst/>
                <a:uFillTx/>
                <a:latin typeface="Tw Cen MT"/>
              </a:rPr>
              <a:t>The Mini Library Catalog is a computerized system developed to facilitate the efficient organization, management, and retrieval of library resources. Its primary objective is to automate the cataloging process and provide users with a user-friendly interface for accessing information about available books and materials. By integrating fundamental database management principles, the system aims to enhance operational efficiency and ensure accurate, up-to-date records of library resources. This project serves as a foundational step toward the digital transformation of small-scale libraries such as those in schools, community centers, and local institutions. </a:t>
            </a:r>
            <a:endParaRPr b="0" lang="en-IN" sz="11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1800" strike="noStrike" u="none">
                <a:solidFill>
                  <a:srgbClr val="ffffff"/>
                </a:solidFill>
                <a:effectLst/>
                <a:uFillTx/>
                <a:latin typeface="Tw Cen MT"/>
              </a:rPr>
              <a:t>Problem Background and Motivation :</a:t>
            </a:r>
            <a:endParaRPr b="0" lang="en-IN" sz="18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1100" strike="noStrike" u="none">
                <a:solidFill>
                  <a:srgbClr val="ffffff"/>
                </a:solidFill>
                <a:effectLst/>
                <a:uFillTx/>
                <a:latin typeface="Tw Cen MT"/>
              </a:rPr>
              <a:t>Conventional library management methods are predominantly manual, relying on paper-based records or basic spreadsheet systems. These approaches are susceptible to inefficiencies, such as data redundancy, loss of records, and difficulties in maintaining accurate inventories. Moreover, users often experience delays in locating specific books or verifying their availability. The increasing demand for accessible, well-organized, and time-efficient systems has created a strong motivation to develop an automated catalog that addresses these challenges. The Mini Library Catalog project was therefore conceptualized to provide a practical and scaleable solution to the limitations of manual library systems. </a:t>
            </a:r>
            <a:endParaRPr b="0" lang="en-IN" sz="11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1800" strike="noStrike" u="none">
                <a:solidFill>
                  <a:srgbClr val="ffffff"/>
                </a:solidFill>
                <a:effectLst/>
                <a:uFillTx/>
                <a:latin typeface="Tw Cen MT"/>
              </a:rPr>
              <a:t>Significance of the Project in Solving Real-World Issues :</a:t>
            </a:r>
            <a:endParaRPr b="0" lang="en-IN" sz="18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1100" strike="noStrike" u="none">
                <a:solidFill>
                  <a:srgbClr val="ffffff"/>
                </a:solidFill>
                <a:effectLst/>
                <a:uFillTx/>
                <a:latin typeface="Tw Cen MT"/>
              </a:rPr>
              <a:t>The Mini Library Catalog holds significant relevance in addressing real-world challenges associated with information management and resource accessibility. By introducing automation into library operations, the system reduces administrative workload, minimizes human error, and enhances data reliability. It also contributes to environmental sustainability by decreasing paper usage. Furthermore, the system promotes a more structured and accessible learning environment, thereby supporting educational institutions and community libraries in their mission to facilitate knowledge sharing and lifelong learning.</a:t>
            </a:r>
            <a:endParaRPr b="0" lang="en-IN" sz="1100" strike="noStrike" u="none">
              <a:solidFill>
                <a:srgbClr val="000000"/>
              </a:solidFill>
              <a:effectLst/>
              <a:uFillTx/>
              <a:latin typeface="Arial"/>
            </a:endParaRPr>
          </a:p>
          <a:p>
            <a:pPr marL="91440" indent="0" defTabSz="914400">
              <a:lnSpc>
                <a:spcPct val="90000"/>
              </a:lnSpc>
              <a:spcBef>
                <a:spcPts val="1191"/>
              </a:spcBef>
              <a:spcAft>
                <a:spcPts val="992"/>
              </a:spcAft>
              <a:buNone/>
              <a:tabLst>
                <a:tab algn="l" pos="0"/>
              </a:tabLst>
            </a:pPr>
            <a:r>
              <a:rPr b="0" lang="en-US" sz="1100" strike="noStrike" u="none">
                <a:solidFill>
                  <a:srgbClr val="ffffff"/>
                </a:solidFill>
                <a:effectLst/>
                <a:uFillTx/>
                <a:latin typeface="Tw Cen MT"/>
              </a:rPr>
              <a:t> </a:t>
            </a:r>
            <a:endParaRPr b="0" lang="en-IN" sz="1100" strike="noStrike" u="none">
              <a:solidFill>
                <a:srgbClr val="000000"/>
              </a:solidFill>
              <a:effectLst/>
              <a:uFillTx/>
              <a:latin typeface="Arial"/>
            </a:endParaRPr>
          </a:p>
          <a:p>
            <a:pPr marL="91440" indent="0" defTabSz="914400">
              <a:lnSpc>
                <a:spcPct val="90000"/>
              </a:lnSpc>
              <a:spcBef>
                <a:spcPts val="1191"/>
              </a:spcBef>
              <a:spcAft>
                <a:spcPts val="992"/>
              </a:spcAft>
              <a:buNone/>
              <a:tabLst>
                <a:tab algn="l" pos="0"/>
              </a:tabLst>
            </a:pPr>
            <a:r>
              <a:rPr b="0" lang="en-US" sz="1100" strike="noStrike" u="none">
                <a:solidFill>
                  <a:srgbClr val="ffffff"/>
                </a:solidFill>
                <a:effectLst/>
                <a:uFillTx/>
                <a:latin typeface="Tw Cen MT"/>
              </a:rPr>
              <a:t> </a:t>
            </a:r>
            <a:endParaRPr b="0" lang="en-IN" sz="1100" strike="noStrike" u="none">
              <a:solidFill>
                <a:srgbClr val="000000"/>
              </a:solidFill>
              <a:effectLst/>
              <a:uFillTx/>
              <a:latin typeface="Arial"/>
            </a:endParaRPr>
          </a:p>
          <a:p>
            <a:pPr marL="91440" indent="0" defTabSz="914400">
              <a:lnSpc>
                <a:spcPct val="90000"/>
              </a:lnSpc>
              <a:spcBef>
                <a:spcPts val="1191"/>
              </a:spcBef>
              <a:spcAft>
                <a:spcPts val="992"/>
              </a:spcAft>
              <a:buNone/>
              <a:tabLst>
                <a:tab algn="l" pos="0"/>
              </a:tabLst>
            </a:pPr>
            <a:r>
              <a:rPr b="0" lang="en-US" sz="1800" strike="noStrike" u="none">
                <a:solidFill>
                  <a:srgbClr val="ffffff"/>
                </a:solidFill>
                <a:effectLst/>
                <a:uFillTx/>
                <a:latin typeface="Tw Cen MT"/>
              </a:rPr>
              <a:t> </a:t>
            </a:r>
            <a:endParaRPr b="0" lang="en-IN" sz="1800" strike="noStrike" u="none">
              <a:solidFill>
                <a:srgbClr val="000000"/>
              </a:solidFill>
              <a:effectLst/>
              <a:uFillTx/>
              <a:latin typeface="Arial"/>
            </a:endParaRPr>
          </a:p>
        </p:txBody>
      </p:sp>
      <p:pic>
        <p:nvPicPr>
          <p:cNvPr id="101" name="Picture 6" descr="A blue and red logo&#10;&#10;AI-generated content may be incorrect."/>
          <p:cNvPicPr/>
          <p:nvPr/>
        </p:nvPicPr>
        <p:blipFill>
          <a:blip r:embed="rId1"/>
          <a:stretch/>
        </p:blipFill>
        <p:spPr>
          <a:xfrm>
            <a:off x="566280" y="654840"/>
            <a:ext cx="1876680" cy="468000"/>
          </a:xfrm>
          <a:prstGeom prst="rect">
            <a:avLst/>
          </a:prstGeom>
          <a:noFill/>
          <a:ln w="0">
            <a:noFill/>
          </a:ln>
        </p:spPr>
      </p:pic>
      <p:sp>
        <p:nvSpPr>
          <p:cNvPr id="102" name="Title 1"/>
          <p:cNvSpPr/>
          <p:nvPr/>
        </p:nvSpPr>
        <p:spPr>
          <a:xfrm>
            <a:off x="566280" y="590040"/>
            <a:ext cx="1876680" cy="561168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b="0" lang="en-IN" sz="2000" spc="99" strike="noStrike" u="none" cap="all">
                <a:solidFill>
                  <a:srgbClr val="ffffff"/>
                </a:solidFill>
                <a:effectLst/>
                <a:uFillTx/>
                <a:latin typeface="Tw Cen MT Condensed"/>
                <a:ea typeface="DejaVu Sans"/>
              </a:rPr>
              <a:t>C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Rectangle 7">
            <a:extLst>
              <a:ext uri="{C183D7F6-B498-43B3-948B-1728B52AA6E4}">
                <adec:decorative xmlns:adec="http://schemas.microsoft.com/office/drawing/2017/decorative" val="1"/>
              </a:ext>
            </a:extLst>
          </p:cNvPr>
          <p:cNvSpPr/>
          <p:nvPr/>
        </p:nvSpPr>
        <p:spPr>
          <a:xfrm>
            <a:off x="0" y="0"/>
            <a:ext cx="12190680" cy="6856560"/>
          </a:xfrm>
          <a:prstGeom prst="rect">
            <a:avLst/>
          </a:prstGeom>
          <a:solidFill>
            <a:srgbClr val="000000"/>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sp>
        <p:nvSpPr>
          <p:cNvPr id="104" name="Rectangle 9">
            <a:extLst>
              <a:ext uri="{C183D7F6-B498-43B3-948B-1728B52AA6E4}">
                <adec:decorative xmlns:adec="http://schemas.microsoft.com/office/drawing/2017/decorative" val="1"/>
              </a:ext>
            </a:extLst>
          </p:cNvPr>
          <p:cNvSpPr/>
          <p:nvPr/>
        </p:nvSpPr>
        <p:spPr>
          <a:xfrm>
            <a:off x="2772720" y="484560"/>
            <a:ext cx="8946720" cy="5879520"/>
          </a:xfrm>
          <a:prstGeom prst="rect">
            <a:avLst/>
          </a:prstGeom>
          <a:solidFill>
            <a:srgbClr val="404040"/>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sp>
        <p:nvSpPr>
          <p:cNvPr id="105" name="PlaceHolder 1"/>
          <p:cNvSpPr>
            <a:spLocks noGrp="1"/>
          </p:cNvSpPr>
          <p:nvPr>
            <p:ph type="title"/>
          </p:nvPr>
        </p:nvSpPr>
        <p:spPr>
          <a:xfrm>
            <a:off x="3469320" y="788400"/>
            <a:ext cx="7921800" cy="1498320"/>
          </a:xfrm>
          <a:prstGeom prst="rect">
            <a:avLst/>
          </a:prstGeom>
          <a:noFill/>
          <a:ln w="0">
            <a:noFill/>
          </a:ln>
        </p:spPr>
        <p:txBody>
          <a:bodyPr lIns="91440" rIns="91440" tIns="45720" bIns="45720" anchor="ctr">
            <a:normAutofit/>
          </a:bodyPr>
          <a:p>
            <a:pPr indent="0" defTabSz="914400">
              <a:lnSpc>
                <a:spcPct val="80000"/>
              </a:lnSpc>
              <a:buNone/>
              <a:tabLst>
                <a:tab algn="l" pos="0"/>
              </a:tabLst>
            </a:pPr>
            <a:r>
              <a:rPr b="0" lang="en-IN" sz="5000" spc="99" strike="noStrike" u="none" cap="all">
                <a:solidFill>
                  <a:srgbClr val="ffffff"/>
                </a:solidFill>
                <a:effectLst/>
                <a:uFillTx/>
                <a:latin typeface="Tw Cen MT Condensed"/>
              </a:rPr>
              <a:t>Objective</a:t>
            </a:r>
            <a:endParaRPr b="0" lang="en-IN" sz="5000" strike="noStrike" u="none">
              <a:solidFill>
                <a:srgbClr val="000000"/>
              </a:solidFill>
              <a:effectLst/>
              <a:uFillTx/>
              <a:latin typeface="Arial"/>
            </a:endParaRPr>
          </a:p>
        </p:txBody>
      </p:sp>
      <p:sp>
        <p:nvSpPr>
          <p:cNvPr id="106" name="Rectangle 11">
            <a:extLst>
              <a:ext uri="{C183D7F6-B498-43B3-948B-1728B52AA6E4}">
                <adec:decorative xmlns:adec="http://schemas.microsoft.com/office/drawing/2017/decorative" val="1"/>
              </a:ext>
            </a:extLst>
          </p:cNvPr>
          <p:cNvSpPr/>
          <p:nvPr/>
        </p:nvSpPr>
        <p:spPr>
          <a:xfrm>
            <a:off x="475200" y="484560"/>
            <a:ext cx="2127600" cy="5879520"/>
          </a:xfrm>
          <a:prstGeom prst="rect">
            <a:avLst/>
          </a:prstGeom>
          <a:solidFill>
            <a:schemeClr val="accent1"/>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cxnSp>
        <p:nvCxnSpPr>
          <p:cNvPr id="107" name="Straight Connector 13">
            <a:extLst>
              <a:ext uri="{C183D7F6-B498-43B3-948B-1728B52AA6E4}">
                <adec:decorative xmlns:adec="http://schemas.microsoft.com/office/drawing/2017/decorative" val="1"/>
              </a:ext>
            </a:extLst>
          </p:cNvPr>
          <p:cNvCxnSpPr/>
          <p:nvPr/>
        </p:nvCxnSpPr>
        <p:spPr>
          <a:xfrm flipV="1">
            <a:off x="3206880" y="1029240"/>
            <a:ext cx="1440" cy="915840"/>
          </a:xfrm>
          <a:prstGeom prst="straightConnector1">
            <a:avLst/>
          </a:prstGeom>
          <a:ln w="19080">
            <a:solidFill>
              <a:schemeClr val="accent1">
                <a:alpha val="80000"/>
              </a:schemeClr>
            </a:solidFill>
            <a:round/>
          </a:ln>
        </p:spPr>
      </p:cxnSp>
      <p:sp>
        <p:nvSpPr>
          <p:cNvPr id="108" name="PlaceHolder 2"/>
          <p:cNvSpPr>
            <a:spLocks noGrp="1"/>
          </p:cNvSpPr>
          <p:nvPr>
            <p:ph/>
          </p:nvPr>
        </p:nvSpPr>
        <p:spPr>
          <a:xfrm>
            <a:off x="3469320" y="2160000"/>
            <a:ext cx="7921800" cy="388224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tabLst>
                <a:tab algn="l" pos="0"/>
              </a:tabLst>
            </a:pPr>
            <a:endParaRPr b="0" lang="en-IN" sz="22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1800" strike="noStrike" u="none">
                <a:solidFill>
                  <a:srgbClr val="ffffff"/>
                </a:solidFill>
                <a:effectLst/>
                <a:uFillTx/>
                <a:latin typeface="Tw Cen MT"/>
              </a:rPr>
              <a:t>The main goals of the Mini Library Catalog project are as follows:</a:t>
            </a:r>
            <a:endParaRPr b="0" lang="en-IN" sz="18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1800" strike="noStrike" u="none">
                <a:solidFill>
                  <a:srgbClr val="ffffff"/>
                </a:solidFill>
                <a:effectLst/>
                <a:uFillTx/>
                <a:latin typeface="Tw Cen MT"/>
              </a:rPr>
              <a:t>To design and implement a C-based program that automates key library management tasks such as adding, searching, updating, and deleting book records.</a:t>
            </a:r>
            <a:endParaRPr b="0" lang="en-IN" sz="18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1800" strike="noStrike" u="none">
                <a:solidFill>
                  <a:srgbClr val="ffffff"/>
                </a:solidFill>
                <a:effectLst/>
                <a:uFillTx/>
                <a:latin typeface="Tw Cen MT"/>
              </a:rPr>
              <a:t>To apply core programming concepts—including data structures, file handling, and modular program design—to create a structured and efficient solution.</a:t>
            </a:r>
            <a:endParaRPr b="0" lang="en-IN" sz="18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1800" strike="noStrike" u="none">
                <a:solidFill>
                  <a:srgbClr val="ffffff"/>
                </a:solidFill>
                <a:effectLst/>
                <a:uFillTx/>
                <a:latin typeface="Tw Cen MT"/>
              </a:rPr>
              <a:t>To demonstrate problem-solving and analytical skills through logical program flow, efficient data management, and user-friendly interaction.</a:t>
            </a:r>
            <a:endParaRPr b="0" lang="en-IN" sz="1800" strike="noStrike" u="none">
              <a:solidFill>
                <a:srgbClr val="000000"/>
              </a:solidFill>
              <a:effectLst/>
              <a:uFillTx/>
              <a:latin typeface="Arial"/>
            </a:endParaRPr>
          </a:p>
          <a:p>
            <a:pPr marL="91440" indent="0" defTabSz="914400">
              <a:lnSpc>
                <a:spcPct val="90000"/>
              </a:lnSpc>
              <a:spcBef>
                <a:spcPts val="1191"/>
              </a:spcBef>
              <a:spcAft>
                <a:spcPts val="992"/>
              </a:spcAft>
              <a:buNone/>
              <a:tabLst>
                <a:tab algn="l" pos="0"/>
              </a:tabLst>
            </a:pPr>
            <a:r>
              <a:rPr b="0" lang="en-US" sz="1800" strike="noStrike" u="none">
                <a:solidFill>
                  <a:srgbClr val="ffffff"/>
                </a:solidFill>
                <a:effectLst/>
                <a:uFillTx/>
                <a:latin typeface="Tw Cen MT"/>
              </a:rPr>
              <a:t> </a:t>
            </a:r>
            <a:endParaRPr b="0" lang="en-IN" sz="1800" strike="noStrike" u="none">
              <a:solidFill>
                <a:srgbClr val="000000"/>
              </a:solidFill>
              <a:effectLst/>
              <a:uFillTx/>
              <a:latin typeface="Arial"/>
            </a:endParaRPr>
          </a:p>
        </p:txBody>
      </p:sp>
      <p:pic>
        <p:nvPicPr>
          <p:cNvPr id="109" name="Picture 3" descr="A blue and red logo&#10;&#10;AI-generated content may be incorrect."/>
          <p:cNvPicPr/>
          <p:nvPr/>
        </p:nvPicPr>
        <p:blipFill>
          <a:blip r:embed="rId1"/>
          <a:stretch/>
        </p:blipFill>
        <p:spPr>
          <a:xfrm>
            <a:off x="566280" y="654840"/>
            <a:ext cx="1876680" cy="468000"/>
          </a:xfrm>
          <a:prstGeom prst="rect">
            <a:avLst/>
          </a:prstGeom>
          <a:noFill/>
          <a:ln w="0">
            <a:noFill/>
          </a:ln>
        </p:spPr>
      </p:pic>
      <p:sp>
        <p:nvSpPr>
          <p:cNvPr id="110" name="Title 1"/>
          <p:cNvSpPr/>
          <p:nvPr/>
        </p:nvSpPr>
        <p:spPr>
          <a:xfrm>
            <a:off x="566280" y="590040"/>
            <a:ext cx="1876680" cy="561168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b="0" lang="en-IN" sz="2000" spc="99" strike="noStrike" u="none" cap="all">
                <a:solidFill>
                  <a:srgbClr val="ffffff"/>
                </a:solidFill>
                <a:effectLst/>
                <a:uFillTx/>
                <a:latin typeface="Tw Cen MT Condensed"/>
                <a:ea typeface="DejaVu Sans"/>
              </a:rPr>
              <a:t>C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Rectangle 7">
            <a:extLst>
              <a:ext uri="{C183D7F6-B498-43B3-948B-1728B52AA6E4}">
                <adec:decorative xmlns:adec="http://schemas.microsoft.com/office/drawing/2017/decorative" val="1"/>
              </a:ext>
            </a:extLst>
          </p:cNvPr>
          <p:cNvSpPr/>
          <p:nvPr/>
        </p:nvSpPr>
        <p:spPr>
          <a:xfrm>
            <a:off x="0" y="0"/>
            <a:ext cx="12190680" cy="6856560"/>
          </a:xfrm>
          <a:prstGeom prst="rect">
            <a:avLst/>
          </a:prstGeom>
          <a:solidFill>
            <a:srgbClr val="000000"/>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sp>
        <p:nvSpPr>
          <p:cNvPr id="112" name="Rectangle 9">
            <a:extLst>
              <a:ext uri="{C183D7F6-B498-43B3-948B-1728B52AA6E4}">
                <adec:decorative xmlns:adec="http://schemas.microsoft.com/office/drawing/2017/decorative" val="1"/>
              </a:ext>
            </a:extLst>
          </p:cNvPr>
          <p:cNvSpPr/>
          <p:nvPr/>
        </p:nvSpPr>
        <p:spPr>
          <a:xfrm>
            <a:off x="2772720" y="484560"/>
            <a:ext cx="8946720" cy="5879520"/>
          </a:xfrm>
          <a:prstGeom prst="rect">
            <a:avLst/>
          </a:prstGeom>
          <a:solidFill>
            <a:srgbClr val="404040"/>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sp>
        <p:nvSpPr>
          <p:cNvPr id="113" name="PlaceHolder 1"/>
          <p:cNvSpPr>
            <a:spLocks noGrp="1"/>
          </p:cNvSpPr>
          <p:nvPr>
            <p:ph type="title"/>
          </p:nvPr>
        </p:nvSpPr>
        <p:spPr>
          <a:xfrm>
            <a:off x="3469320" y="788400"/>
            <a:ext cx="7921800" cy="1498320"/>
          </a:xfrm>
          <a:prstGeom prst="rect">
            <a:avLst/>
          </a:prstGeom>
          <a:noFill/>
          <a:ln w="0">
            <a:noFill/>
          </a:ln>
        </p:spPr>
        <p:txBody>
          <a:bodyPr lIns="91440" rIns="91440" tIns="45720" bIns="45720" anchor="ctr">
            <a:normAutofit/>
          </a:bodyPr>
          <a:p>
            <a:pPr indent="0" defTabSz="914400">
              <a:lnSpc>
                <a:spcPct val="80000"/>
              </a:lnSpc>
              <a:buNone/>
              <a:tabLst>
                <a:tab algn="l" pos="0"/>
              </a:tabLst>
            </a:pPr>
            <a:r>
              <a:rPr b="0" lang="en-IN" sz="5000" spc="99" strike="noStrike" u="none" cap="all">
                <a:solidFill>
                  <a:srgbClr val="ffffff"/>
                </a:solidFill>
                <a:effectLst/>
                <a:uFillTx/>
                <a:latin typeface="Tw Cen MT Condensed"/>
              </a:rPr>
              <a:t>Problem Statement</a:t>
            </a:r>
            <a:endParaRPr b="0" lang="en-IN" sz="5000" strike="noStrike" u="none">
              <a:solidFill>
                <a:srgbClr val="000000"/>
              </a:solidFill>
              <a:effectLst/>
              <a:uFillTx/>
              <a:latin typeface="Arial"/>
            </a:endParaRPr>
          </a:p>
        </p:txBody>
      </p:sp>
      <p:sp>
        <p:nvSpPr>
          <p:cNvPr id="114" name="Rectangle 11">
            <a:extLst>
              <a:ext uri="{C183D7F6-B498-43B3-948B-1728B52AA6E4}">
                <adec:decorative xmlns:adec="http://schemas.microsoft.com/office/drawing/2017/decorative" val="1"/>
              </a:ext>
            </a:extLst>
          </p:cNvPr>
          <p:cNvSpPr/>
          <p:nvPr/>
        </p:nvSpPr>
        <p:spPr>
          <a:xfrm>
            <a:off x="475200" y="484560"/>
            <a:ext cx="2127600" cy="5879520"/>
          </a:xfrm>
          <a:prstGeom prst="rect">
            <a:avLst/>
          </a:prstGeom>
          <a:solidFill>
            <a:schemeClr val="accent1"/>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cxnSp>
        <p:nvCxnSpPr>
          <p:cNvPr id="115" name="Straight Connector 13">
            <a:extLst>
              <a:ext uri="{C183D7F6-B498-43B3-948B-1728B52AA6E4}">
                <adec:decorative xmlns:adec="http://schemas.microsoft.com/office/drawing/2017/decorative" val="1"/>
              </a:ext>
            </a:extLst>
          </p:cNvPr>
          <p:cNvCxnSpPr/>
          <p:nvPr/>
        </p:nvCxnSpPr>
        <p:spPr>
          <a:xfrm flipV="1">
            <a:off x="3206880" y="1029240"/>
            <a:ext cx="1440" cy="915840"/>
          </a:xfrm>
          <a:prstGeom prst="straightConnector1">
            <a:avLst/>
          </a:prstGeom>
          <a:ln w="19080">
            <a:solidFill>
              <a:schemeClr val="accent1">
                <a:alpha val="80000"/>
              </a:schemeClr>
            </a:solidFill>
            <a:round/>
          </a:ln>
        </p:spPr>
      </p:cxnSp>
      <p:sp>
        <p:nvSpPr>
          <p:cNvPr id="116" name="PlaceHolder 2"/>
          <p:cNvSpPr>
            <a:spLocks noGrp="1"/>
          </p:cNvSpPr>
          <p:nvPr>
            <p:ph/>
          </p:nvPr>
        </p:nvSpPr>
        <p:spPr>
          <a:xfrm>
            <a:off x="3420000" y="1980000"/>
            <a:ext cx="7971120" cy="4062240"/>
          </a:xfrm>
          <a:prstGeom prst="rect">
            <a:avLst/>
          </a:prstGeom>
          <a:noFill/>
          <a:ln w="0">
            <a:noFill/>
          </a:ln>
        </p:spPr>
        <p:txBody>
          <a:bodyPr lIns="45720" rIns="45720" tIns="45720" bIns="45720" anchor="t">
            <a:normAutofit fontScale="85000" lnSpcReduction="9999"/>
          </a:bodyPr>
          <a:p>
            <a:pPr indent="0" defTabSz="914400">
              <a:lnSpc>
                <a:spcPct val="90000"/>
              </a:lnSpc>
              <a:spcBef>
                <a:spcPts val="1199"/>
              </a:spcBef>
              <a:spcAft>
                <a:spcPts val="201"/>
              </a:spcAft>
              <a:buNone/>
              <a:tabLst>
                <a:tab algn="l" pos="0"/>
              </a:tabLst>
            </a:pPr>
            <a:endParaRPr b="0" lang="en-IN" sz="22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1800" strike="noStrike" u="none">
                <a:solidFill>
                  <a:srgbClr val="ffffff"/>
                </a:solidFill>
                <a:effectLst/>
                <a:uFillTx/>
                <a:latin typeface="Tw Cen MT"/>
              </a:rPr>
              <a:t>In many small libraries or personal book collections, the process of managing and organizing books is often handled manually. This traditional approach—using notebooks, spreadsheets, or simple lists—can lead to inefficiencies such as difficulty in locating specific books, duplication of records, and loss of data over time. Additionally, manual methods make it challenging to track updates, perform searches quickly, or maintain consistency across records.</a:t>
            </a:r>
            <a:endParaRPr b="0" lang="en-IN" sz="18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1800" strike="noStrike" u="none">
                <a:solidFill>
                  <a:srgbClr val="ffffff"/>
                </a:solidFill>
                <a:effectLst/>
                <a:uFillTx/>
                <a:latin typeface="Tw Cen MT"/>
              </a:rPr>
              <a:t>Existing digital systems for library management are often too complex or require significant resources to set up and maintain, making them unsuitable for small-scale or educational purposes. These limitations highlight the need for a lightweight, easy-to-use, and efficient solution that simplifies basic library operations.</a:t>
            </a:r>
            <a:endParaRPr b="0" lang="en-IN" sz="18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1800" strike="noStrike" u="none">
                <a:solidFill>
                  <a:srgbClr val="ffffff"/>
                </a:solidFill>
                <a:effectLst/>
                <a:uFillTx/>
                <a:latin typeface="Tw Cen MT"/>
              </a:rPr>
              <a:t>The Mini Library Catalog project aims to address these challenges by developing a C-based program that automates common tasks such as adding, searching, updating, and deleting book records. The system focuses on simplicity, efficiency, and modular design—providing a practical tool for users to manage library data effectively without relying on complex software or manual record-keeping.</a:t>
            </a:r>
            <a:endParaRPr b="0" lang="en-IN" sz="1800" strike="noStrike" u="none">
              <a:solidFill>
                <a:srgbClr val="000000"/>
              </a:solidFill>
              <a:effectLst/>
              <a:uFillTx/>
              <a:latin typeface="Arial"/>
            </a:endParaRPr>
          </a:p>
          <a:p>
            <a:pPr marL="91440" indent="0" defTabSz="914400">
              <a:lnSpc>
                <a:spcPct val="90000"/>
              </a:lnSpc>
              <a:spcBef>
                <a:spcPts val="1191"/>
              </a:spcBef>
              <a:spcAft>
                <a:spcPts val="992"/>
              </a:spcAft>
              <a:buNone/>
              <a:tabLst>
                <a:tab algn="l" pos="0"/>
              </a:tabLst>
            </a:pPr>
            <a:r>
              <a:rPr b="0" lang="en-US" sz="1800" strike="noStrike" u="none">
                <a:solidFill>
                  <a:srgbClr val="ffffff"/>
                </a:solidFill>
                <a:effectLst/>
                <a:uFillTx/>
                <a:latin typeface="Tw Cen MT"/>
              </a:rPr>
              <a:t> </a:t>
            </a:r>
            <a:endParaRPr b="0" lang="en-IN" sz="1800" strike="noStrike" u="none">
              <a:solidFill>
                <a:srgbClr val="000000"/>
              </a:solidFill>
              <a:effectLst/>
              <a:uFillTx/>
              <a:latin typeface="Arial"/>
            </a:endParaRPr>
          </a:p>
        </p:txBody>
      </p:sp>
      <p:pic>
        <p:nvPicPr>
          <p:cNvPr id="117" name="Picture 3" descr="A blue and red logo&#10;&#10;AI-generated content may be incorrect."/>
          <p:cNvPicPr/>
          <p:nvPr/>
        </p:nvPicPr>
        <p:blipFill>
          <a:blip r:embed="rId1"/>
          <a:stretch/>
        </p:blipFill>
        <p:spPr>
          <a:xfrm>
            <a:off x="566280" y="654840"/>
            <a:ext cx="1876680" cy="468000"/>
          </a:xfrm>
          <a:prstGeom prst="rect">
            <a:avLst/>
          </a:prstGeom>
          <a:noFill/>
          <a:ln w="0">
            <a:noFill/>
          </a:ln>
        </p:spPr>
      </p:pic>
      <p:sp>
        <p:nvSpPr>
          <p:cNvPr id="118" name="Title 1"/>
          <p:cNvSpPr/>
          <p:nvPr/>
        </p:nvSpPr>
        <p:spPr>
          <a:xfrm>
            <a:off x="566280" y="590040"/>
            <a:ext cx="1876680" cy="561168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b="0" lang="en-IN" sz="2000" spc="99" strike="noStrike" u="none" cap="all">
                <a:solidFill>
                  <a:srgbClr val="ffffff"/>
                </a:solidFill>
                <a:effectLst/>
                <a:uFillTx/>
                <a:latin typeface="Tw Cen MT Condensed"/>
                <a:ea typeface="DejaVu Sans"/>
              </a:rPr>
              <a:t>C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Rectangle 7">
            <a:extLst>
              <a:ext uri="{C183D7F6-B498-43B3-948B-1728B52AA6E4}">
                <adec:decorative xmlns:adec="http://schemas.microsoft.com/office/drawing/2017/decorative" val="1"/>
              </a:ext>
            </a:extLst>
          </p:cNvPr>
          <p:cNvSpPr/>
          <p:nvPr/>
        </p:nvSpPr>
        <p:spPr>
          <a:xfrm>
            <a:off x="0" y="0"/>
            <a:ext cx="12190680" cy="6856560"/>
          </a:xfrm>
          <a:prstGeom prst="rect">
            <a:avLst/>
          </a:prstGeom>
          <a:solidFill>
            <a:srgbClr val="000000"/>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sp>
        <p:nvSpPr>
          <p:cNvPr id="120" name="Rectangle 9">
            <a:extLst>
              <a:ext uri="{C183D7F6-B498-43B3-948B-1728B52AA6E4}">
                <adec:decorative xmlns:adec="http://schemas.microsoft.com/office/drawing/2017/decorative" val="1"/>
              </a:ext>
            </a:extLst>
          </p:cNvPr>
          <p:cNvSpPr/>
          <p:nvPr/>
        </p:nvSpPr>
        <p:spPr>
          <a:xfrm>
            <a:off x="2772720" y="484560"/>
            <a:ext cx="8946720" cy="5879520"/>
          </a:xfrm>
          <a:prstGeom prst="rect">
            <a:avLst/>
          </a:prstGeom>
          <a:solidFill>
            <a:srgbClr val="404040"/>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sp>
        <p:nvSpPr>
          <p:cNvPr id="121" name="PlaceHolder 1"/>
          <p:cNvSpPr>
            <a:spLocks noGrp="1"/>
          </p:cNvSpPr>
          <p:nvPr>
            <p:ph type="title"/>
          </p:nvPr>
        </p:nvSpPr>
        <p:spPr>
          <a:xfrm>
            <a:off x="3469320" y="788400"/>
            <a:ext cx="7921800" cy="1498320"/>
          </a:xfrm>
          <a:prstGeom prst="rect">
            <a:avLst/>
          </a:prstGeom>
          <a:noFill/>
          <a:ln w="0">
            <a:noFill/>
          </a:ln>
        </p:spPr>
        <p:txBody>
          <a:bodyPr lIns="91440" rIns="91440" tIns="45720" bIns="45720" anchor="ctr">
            <a:normAutofit/>
          </a:bodyPr>
          <a:p>
            <a:pPr indent="0" defTabSz="914400">
              <a:lnSpc>
                <a:spcPct val="80000"/>
              </a:lnSpc>
              <a:buNone/>
              <a:tabLst>
                <a:tab algn="l" pos="0"/>
              </a:tabLst>
            </a:pPr>
            <a:r>
              <a:rPr b="0" lang="en-IN" sz="5000" spc="99" strike="noStrike" u="none" cap="all">
                <a:solidFill>
                  <a:srgbClr val="ffffff"/>
                </a:solidFill>
                <a:effectLst/>
                <a:uFillTx/>
                <a:latin typeface="Tw Cen MT Condensed"/>
              </a:rPr>
              <a:t>System Requirements</a:t>
            </a:r>
            <a:endParaRPr b="0" lang="en-IN" sz="5000" strike="noStrike" u="none">
              <a:solidFill>
                <a:srgbClr val="000000"/>
              </a:solidFill>
              <a:effectLst/>
              <a:uFillTx/>
              <a:latin typeface="Arial"/>
            </a:endParaRPr>
          </a:p>
        </p:txBody>
      </p:sp>
      <p:sp>
        <p:nvSpPr>
          <p:cNvPr id="122" name="Rectangle 11">
            <a:extLst>
              <a:ext uri="{C183D7F6-B498-43B3-948B-1728B52AA6E4}">
                <adec:decorative xmlns:adec="http://schemas.microsoft.com/office/drawing/2017/decorative" val="1"/>
              </a:ext>
            </a:extLst>
          </p:cNvPr>
          <p:cNvSpPr/>
          <p:nvPr/>
        </p:nvSpPr>
        <p:spPr>
          <a:xfrm>
            <a:off x="475200" y="484560"/>
            <a:ext cx="2127600" cy="5879520"/>
          </a:xfrm>
          <a:prstGeom prst="rect">
            <a:avLst/>
          </a:prstGeom>
          <a:solidFill>
            <a:schemeClr val="accent1"/>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cxnSp>
        <p:nvCxnSpPr>
          <p:cNvPr id="123" name="Straight Connector 13">
            <a:extLst>
              <a:ext uri="{C183D7F6-B498-43B3-948B-1728B52AA6E4}">
                <adec:decorative xmlns:adec="http://schemas.microsoft.com/office/drawing/2017/decorative" val="1"/>
              </a:ext>
            </a:extLst>
          </p:cNvPr>
          <p:cNvCxnSpPr/>
          <p:nvPr/>
        </p:nvCxnSpPr>
        <p:spPr>
          <a:xfrm flipV="1">
            <a:off x="3206880" y="1029240"/>
            <a:ext cx="1440" cy="915840"/>
          </a:xfrm>
          <a:prstGeom prst="straightConnector1">
            <a:avLst/>
          </a:prstGeom>
          <a:ln w="19080">
            <a:solidFill>
              <a:schemeClr val="accent1">
                <a:alpha val="80000"/>
              </a:schemeClr>
            </a:solidFill>
            <a:round/>
          </a:ln>
        </p:spPr>
      </p:cxnSp>
      <p:sp>
        <p:nvSpPr>
          <p:cNvPr id="124" name="PlaceHolder 2"/>
          <p:cNvSpPr>
            <a:spLocks noGrp="1"/>
          </p:cNvSpPr>
          <p:nvPr>
            <p:ph/>
          </p:nvPr>
        </p:nvSpPr>
        <p:spPr>
          <a:xfrm>
            <a:off x="3420000" y="1980000"/>
            <a:ext cx="7971120" cy="4062240"/>
          </a:xfrm>
          <a:prstGeom prst="rect">
            <a:avLst/>
          </a:prstGeom>
          <a:noFill/>
          <a:ln w="0">
            <a:noFill/>
          </a:ln>
        </p:spPr>
        <p:txBody>
          <a:bodyPr lIns="45720" rIns="45720" tIns="45720" bIns="45720" anchor="t">
            <a:normAutofit fontScale="92500" lnSpcReduction="9999"/>
          </a:bodyPr>
          <a:p>
            <a:pPr indent="0" defTabSz="914400">
              <a:lnSpc>
                <a:spcPct val="90000"/>
              </a:lnSpc>
              <a:spcBef>
                <a:spcPts val="1199"/>
              </a:spcBef>
              <a:spcAft>
                <a:spcPts val="201"/>
              </a:spcAft>
              <a:buNone/>
              <a:tabLst>
                <a:tab algn="l" pos="0"/>
              </a:tabLst>
            </a:pPr>
            <a:endParaRPr b="0" lang="en-IN" sz="15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IN" sz="1500" strike="noStrike" u="none">
                <a:solidFill>
                  <a:srgbClr val="ffffff"/>
                </a:solidFill>
                <a:effectLst/>
                <a:uFillTx/>
                <a:latin typeface="Tw Cen MT"/>
              </a:rPr>
              <a:t>Hardware Requirements</a:t>
            </a:r>
            <a:endParaRPr b="0" lang="en-IN" sz="15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IN" sz="1500" strike="noStrike" u="none">
                <a:solidFill>
                  <a:srgbClr val="ffffff"/>
                </a:solidFill>
                <a:effectLst/>
                <a:uFillTx/>
                <a:latin typeface="Tw Cen MT"/>
              </a:rPr>
              <a:t>Processor: Intel Core i3 or higher</a:t>
            </a:r>
            <a:endParaRPr b="0" lang="en-IN" sz="15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IN" sz="1500" strike="noStrike" u="none">
                <a:solidFill>
                  <a:srgbClr val="ffffff"/>
                </a:solidFill>
                <a:effectLst/>
                <a:uFillTx/>
                <a:latin typeface="Tw Cen MT"/>
              </a:rPr>
              <a:t>RAM: Minimum 4 GB</a:t>
            </a:r>
            <a:endParaRPr b="0" lang="en-IN" sz="15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IN" sz="1500" strike="noStrike" u="none">
                <a:solidFill>
                  <a:srgbClr val="ffffff"/>
                </a:solidFill>
                <a:effectLst/>
                <a:uFillTx/>
                <a:latin typeface="Tw Cen MT"/>
              </a:rPr>
              <a:t>Storage: At least 500 MB of free disk space</a:t>
            </a:r>
            <a:endParaRPr b="0" lang="en-IN" sz="15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IN" sz="1500" strike="noStrike" u="none">
                <a:solidFill>
                  <a:srgbClr val="ffffff"/>
                </a:solidFill>
                <a:effectLst/>
                <a:uFillTx/>
                <a:latin typeface="Tw Cen MT"/>
              </a:rPr>
              <a:t>Software Requirements</a:t>
            </a:r>
            <a:endParaRPr b="0" lang="en-IN" sz="15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IN" sz="1500" strike="noStrike" u="none">
                <a:solidFill>
                  <a:srgbClr val="ffffff"/>
                </a:solidFill>
                <a:effectLst/>
                <a:uFillTx/>
                <a:latin typeface="Tw Cen MT"/>
              </a:rPr>
              <a:t>Operating System: Windows or Linux</a:t>
            </a:r>
            <a:endParaRPr b="0" lang="en-IN" sz="15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IN" sz="1500" strike="noStrike" u="none">
                <a:solidFill>
                  <a:srgbClr val="ffffff"/>
                </a:solidFill>
                <a:effectLst/>
                <a:uFillTx/>
                <a:latin typeface="Tw Cen MT"/>
              </a:rPr>
              <a:t>Compiler/IDE: GCC, Turbo C, Code::Blocks, or Dev C++</a:t>
            </a:r>
            <a:endParaRPr b="0" lang="en-IN" sz="15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IN" sz="1500" strike="noStrike" u="none">
                <a:solidFill>
                  <a:srgbClr val="ffffff"/>
                </a:solidFill>
                <a:effectLst/>
                <a:uFillTx/>
                <a:latin typeface="Tw Cen MT"/>
              </a:rPr>
              <a:t>Programming Language: C</a:t>
            </a:r>
            <a:endParaRPr b="0" lang="en-IN" sz="1500" strike="noStrike" u="none">
              <a:solidFill>
                <a:srgbClr val="000000"/>
              </a:solidFill>
              <a:effectLst/>
              <a:uFillTx/>
              <a:latin typeface="Arial"/>
            </a:endParaRPr>
          </a:p>
          <a:p>
            <a:pPr marL="91440" indent="0" defTabSz="914400">
              <a:lnSpc>
                <a:spcPct val="90000"/>
              </a:lnSpc>
              <a:spcBef>
                <a:spcPts val="1191"/>
              </a:spcBef>
              <a:spcAft>
                <a:spcPts val="992"/>
              </a:spcAft>
              <a:buNone/>
              <a:tabLst>
                <a:tab algn="l" pos="0"/>
              </a:tabLst>
            </a:pPr>
            <a:r>
              <a:rPr b="0" lang="en-IN" sz="1500" strike="noStrike" u="none">
                <a:solidFill>
                  <a:srgbClr val="ffffff"/>
                </a:solidFill>
                <a:effectLst/>
                <a:uFillTx/>
                <a:latin typeface="Tw Cen MT"/>
              </a:rPr>
              <a:t> </a:t>
            </a:r>
            <a:endParaRPr b="0" lang="en-IN" sz="1500" strike="noStrike" u="none">
              <a:solidFill>
                <a:srgbClr val="000000"/>
              </a:solidFill>
              <a:effectLst/>
              <a:uFillTx/>
              <a:latin typeface="Arial"/>
            </a:endParaRPr>
          </a:p>
        </p:txBody>
      </p:sp>
      <p:pic>
        <p:nvPicPr>
          <p:cNvPr id="125" name="Picture 3" descr="A blue and red logo&#10;&#10;AI-generated content may be incorrect."/>
          <p:cNvPicPr/>
          <p:nvPr/>
        </p:nvPicPr>
        <p:blipFill>
          <a:blip r:embed="rId1"/>
          <a:stretch/>
        </p:blipFill>
        <p:spPr>
          <a:xfrm>
            <a:off x="566280" y="654840"/>
            <a:ext cx="1876680" cy="468000"/>
          </a:xfrm>
          <a:prstGeom prst="rect">
            <a:avLst/>
          </a:prstGeom>
          <a:noFill/>
          <a:ln w="0">
            <a:noFill/>
          </a:ln>
        </p:spPr>
      </p:pic>
      <p:sp>
        <p:nvSpPr>
          <p:cNvPr id="126" name="Title 1"/>
          <p:cNvSpPr/>
          <p:nvPr/>
        </p:nvSpPr>
        <p:spPr>
          <a:xfrm>
            <a:off x="566280" y="590040"/>
            <a:ext cx="1876680" cy="561168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b="0" lang="en-IN" sz="2000" spc="99" strike="noStrike" u="none" cap="all">
                <a:solidFill>
                  <a:srgbClr val="ffffff"/>
                </a:solidFill>
                <a:effectLst/>
                <a:uFillTx/>
                <a:latin typeface="Tw Cen MT Condensed"/>
                <a:ea typeface="DejaVu Sans"/>
              </a:rPr>
              <a:t>C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Rectangle 4">
            <a:extLst>
              <a:ext uri="{C183D7F6-B498-43B3-948B-1728B52AA6E4}">
                <adec:decorative xmlns:adec="http://schemas.microsoft.com/office/drawing/2017/decorative" val="1"/>
              </a:ext>
            </a:extLst>
          </p:cNvPr>
          <p:cNvSpPr/>
          <p:nvPr/>
        </p:nvSpPr>
        <p:spPr>
          <a:xfrm>
            <a:off x="0" y="0"/>
            <a:ext cx="12190680" cy="6856560"/>
          </a:xfrm>
          <a:prstGeom prst="rect">
            <a:avLst/>
          </a:prstGeom>
          <a:solidFill>
            <a:srgbClr val="000000"/>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sp>
        <p:nvSpPr>
          <p:cNvPr id="128" name="Rectangle 5">
            <a:extLst>
              <a:ext uri="{C183D7F6-B498-43B3-948B-1728B52AA6E4}">
                <adec:decorative xmlns:adec="http://schemas.microsoft.com/office/drawing/2017/decorative" val="1"/>
              </a:ext>
            </a:extLst>
          </p:cNvPr>
          <p:cNvSpPr/>
          <p:nvPr/>
        </p:nvSpPr>
        <p:spPr>
          <a:xfrm>
            <a:off x="2772720" y="484560"/>
            <a:ext cx="8946720" cy="5879520"/>
          </a:xfrm>
          <a:prstGeom prst="rect">
            <a:avLst/>
          </a:prstGeom>
          <a:solidFill>
            <a:srgbClr val="404040"/>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sp>
        <p:nvSpPr>
          <p:cNvPr id="129" name="PlaceHolder 1"/>
          <p:cNvSpPr>
            <a:spLocks noGrp="1"/>
          </p:cNvSpPr>
          <p:nvPr>
            <p:ph type="title"/>
          </p:nvPr>
        </p:nvSpPr>
        <p:spPr>
          <a:xfrm>
            <a:off x="3469320" y="788400"/>
            <a:ext cx="7921800" cy="1498320"/>
          </a:xfrm>
          <a:prstGeom prst="rect">
            <a:avLst/>
          </a:prstGeom>
          <a:noFill/>
          <a:ln w="0">
            <a:noFill/>
          </a:ln>
        </p:spPr>
        <p:txBody>
          <a:bodyPr lIns="91440" rIns="91440" tIns="45720" bIns="45720" anchor="ctr">
            <a:normAutofit/>
          </a:bodyPr>
          <a:p>
            <a:pPr indent="0" defTabSz="914400">
              <a:lnSpc>
                <a:spcPct val="80000"/>
              </a:lnSpc>
              <a:buNone/>
              <a:tabLst>
                <a:tab algn="l" pos="0"/>
              </a:tabLst>
            </a:pPr>
            <a:r>
              <a:rPr b="0" lang="en-IN" sz="5000" spc="99" strike="noStrike" u="none" cap="all">
                <a:solidFill>
                  <a:srgbClr val="ffffff"/>
                </a:solidFill>
                <a:effectLst/>
                <a:uFillTx/>
                <a:latin typeface="Tw Cen MT Condensed"/>
              </a:rPr>
              <a:t>System Design</a:t>
            </a:r>
            <a:endParaRPr b="0" lang="en-IN" sz="5000" strike="noStrike" u="none">
              <a:solidFill>
                <a:srgbClr val="000000"/>
              </a:solidFill>
              <a:effectLst/>
              <a:uFillTx/>
              <a:latin typeface="Arial"/>
            </a:endParaRPr>
          </a:p>
        </p:txBody>
      </p:sp>
      <p:sp>
        <p:nvSpPr>
          <p:cNvPr id="130" name="Rectangle 6">
            <a:extLst>
              <a:ext uri="{C183D7F6-B498-43B3-948B-1728B52AA6E4}">
                <adec:decorative xmlns:adec="http://schemas.microsoft.com/office/drawing/2017/decorative" val="1"/>
              </a:ext>
            </a:extLst>
          </p:cNvPr>
          <p:cNvSpPr/>
          <p:nvPr/>
        </p:nvSpPr>
        <p:spPr>
          <a:xfrm>
            <a:off x="475200" y="484560"/>
            <a:ext cx="2127600" cy="5879520"/>
          </a:xfrm>
          <a:prstGeom prst="rect">
            <a:avLst/>
          </a:prstGeom>
          <a:solidFill>
            <a:schemeClr val="accent1"/>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cxnSp>
        <p:nvCxnSpPr>
          <p:cNvPr id="131" name="Straight Connector 8">
            <a:extLst>
              <a:ext uri="{C183D7F6-B498-43B3-948B-1728B52AA6E4}">
                <adec:decorative xmlns:adec="http://schemas.microsoft.com/office/drawing/2017/decorative" val="1"/>
              </a:ext>
            </a:extLst>
          </p:cNvPr>
          <p:cNvCxnSpPr/>
          <p:nvPr/>
        </p:nvCxnSpPr>
        <p:spPr>
          <a:xfrm flipV="1">
            <a:off x="3206880" y="1029240"/>
            <a:ext cx="1440" cy="915840"/>
          </a:xfrm>
          <a:prstGeom prst="straightConnector1">
            <a:avLst/>
          </a:prstGeom>
          <a:ln w="19080">
            <a:solidFill>
              <a:schemeClr val="accent1">
                <a:alpha val="80000"/>
              </a:schemeClr>
            </a:solidFill>
            <a:round/>
          </a:ln>
        </p:spPr>
      </p:cxnSp>
      <p:sp>
        <p:nvSpPr>
          <p:cNvPr id="132" name="PlaceHolder 2"/>
          <p:cNvSpPr>
            <a:spLocks noGrp="1"/>
          </p:cNvSpPr>
          <p:nvPr>
            <p:ph/>
          </p:nvPr>
        </p:nvSpPr>
        <p:spPr>
          <a:xfrm>
            <a:off x="3469320" y="2489040"/>
            <a:ext cx="7921800" cy="355320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tabLst>
                <a:tab algn="l" pos="0"/>
              </a:tabLst>
            </a:pPr>
            <a:endParaRPr b="0" lang="en-IN" sz="22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1800" strike="noStrike" u="none">
                <a:solidFill>
                  <a:srgbClr val="ffffff"/>
                </a:solidFill>
                <a:effectLst/>
                <a:uFillTx/>
                <a:latin typeface="Tw Cen MT"/>
              </a:rPr>
              <a:t>1. System Overview</a:t>
            </a:r>
            <a:endParaRPr b="0" lang="en-IN" sz="18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1800" strike="noStrike" u="none">
                <a:solidFill>
                  <a:srgbClr val="ffffff"/>
                </a:solidFill>
                <a:effectLst/>
                <a:uFillTx/>
                <a:latin typeface="Tw Cen MT"/>
              </a:rPr>
              <a:t>The Mini Library Catalog System helps manage books, users, and transactions.</a:t>
            </a:r>
            <a:endParaRPr b="0" lang="en-IN" sz="18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1800" strike="noStrike" u="none">
                <a:solidFill>
                  <a:srgbClr val="ffffff"/>
                </a:solidFill>
                <a:effectLst/>
                <a:uFillTx/>
                <a:latin typeface="Tw Cen MT"/>
              </a:rPr>
              <a:t>It provides functionality to:</a:t>
            </a:r>
            <a:endParaRPr b="0" lang="en-IN" sz="18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1800" strike="noStrike" u="none">
                <a:solidFill>
                  <a:srgbClr val="ffffff"/>
                </a:solidFill>
                <a:effectLst/>
                <a:uFillTx/>
                <a:latin typeface="Tw Cen MT"/>
              </a:rPr>
              <a:t>Users: Search books, check availability, borrow, and return books.</a:t>
            </a:r>
            <a:endParaRPr b="0" lang="en-IN" sz="18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1800" strike="noStrike" u="none">
                <a:solidFill>
                  <a:srgbClr val="ffffff"/>
                </a:solidFill>
                <a:effectLst/>
                <a:uFillTx/>
                <a:latin typeface="Tw Cen MT"/>
              </a:rPr>
              <a:t>Admin: Add, update, or remove books; manage users and transactions.</a:t>
            </a:r>
            <a:endParaRPr b="0" lang="en-IN" sz="1800" strike="noStrike" u="none">
              <a:solidFill>
                <a:srgbClr val="000000"/>
              </a:solidFill>
              <a:effectLst/>
              <a:uFillTx/>
              <a:latin typeface="Arial"/>
            </a:endParaRPr>
          </a:p>
          <a:p>
            <a:pPr marL="91440" indent="0" defTabSz="914400">
              <a:lnSpc>
                <a:spcPct val="90000"/>
              </a:lnSpc>
              <a:spcBef>
                <a:spcPts val="1191"/>
              </a:spcBef>
              <a:spcAft>
                <a:spcPts val="992"/>
              </a:spcAft>
              <a:buNone/>
              <a:tabLst>
                <a:tab algn="l" pos="0"/>
              </a:tabLst>
            </a:pPr>
            <a:r>
              <a:rPr b="0" lang="en-US" sz="1800" strike="noStrike" u="none">
                <a:solidFill>
                  <a:srgbClr val="ffffff"/>
                </a:solidFill>
                <a:effectLst/>
                <a:uFillTx/>
                <a:latin typeface="Tw Cen MT"/>
              </a:rPr>
              <a:t> </a:t>
            </a:r>
            <a:endParaRPr b="0" lang="en-IN" sz="1800" strike="noStrike" u="none">
              <a:solidFill>
                <a:srgbClr val="000000"/>
              </a:solidFill>
              <a:effectLst/>
              <a:uFillTx/>
              <a:latin typeface="Arial"/>
            </a:endParaRPr>
          </a:p>
        </p:txBody>
      </p:sp>
      <p:pic>
        <p:nvPicPr>
          <p:cNvPr id="133" name="Picture 3" descr="A blue and red logo&#10;&#10;AI-generated content may be incorrect."/>
          <p:cNvPicPr/>
          <p:nvPr/>
        </p:nvPicPr>
        <p:blipFill>
          <a:blip r:embed="rId1"/>
          <a:stretch/>
        </p:blipFill>
        <p:spPr>
          <a:xfrm>
            <a:off x="566280" y="654840"/>
            <a:ext cx="1876680" cy="468000"/>
          </a:xfrm>
          <a:prstGeom prst="rect">
            <a:avLst/>
          </a:prstGeom>
          <a:noFill/>
          <a:ln w="0">
            <a:noFill/>
          </a:ln>
        </p:spPr>
      </p:pic>
      <p:sp>
        <p:nvSpPr>
          <p:cNvPr id="134" name="Title 1"/>
          <p:cNvSpPr/>
          <p:nvPr/>
        </p:nvSpPr>
        <p:spPr>
          <a:xfrm>
            <a:off x="566280" y="590040"/>
            <a:ext cx="1876680" cy="561168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b="0" lang="en-IN" sz="2000" spc="99" strike="noStrike" u="none" cap="all">
                <a:solidFill>
                  <a:srgbClr val="ffffff"/>
                </a:solidFill>
                <a:effectLst/>
                <a:uFillTx/>
                <a:latin typeface="Tw Cen MT Condensed"/>
                <a:ea typeface="DejaVu Sans"/>
              </a:rPr>
              <a:t>C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
          <p:cNvSpPr/>
          <p:nvPr/>
        </p:nvSpPr>
        <p:spPr>
          <a:xfrm>
            <a:off x="900000" y="180000"/>
            <a:ext cx="4209120" cy="1032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IN" sz="1600" strike="noStrike" u="none">
                <a:solidFill>
                  <a:srgbClr val="000000"/>
                </a:solidFill>
                <a:effectLst/>
                <a:uFillTx/>
                <a:latin typeface="Arial"/>
                <a:ea typeface="DejaVu Sans"/>
              </a:rPr>
              <a:t>2. System Modules (Block Diagram)</a:t>
            </a:r>
            <a:endParaRPr b="0" lang="en-IN" sz="1600" strike="noStrike" u="none">
              <a:solidFill>
                <a:srgbClr val="000000"/>
              </a:solidFill>
              <a:effectLst/>
              <a:uFillTx/>
              <a:latin typeface="Arial"/>
            </a:endParaRPr>
          </a:p>
          <a:p>
            <a:pPr>
              <a:lnSpc>
                <a:spcPct val="100000"/>
              </a:lnSpc>
            </a:pPr>
            <a:r>
              <a:rPr b="1" lang="en-IN" sz="1200" strike="noStrike" u="none">
                <a:solidFill>
                  <a:srgbClr val="000000"/>
                </a:solidFill>
                <a:effectLst/>
                <a:uFillTx/>
                <a:latin typeface="Arial"/>
                <a:ea typeface="DejaVu Sans"/>
              </a:rPr>
              <a:t>Block Diagram: System Modules</a:t>
            </a:r>
            <a:endParaRPr b="0" lang="en-IN" sz="1200" strike="noStrike" u="none">
              <a:solidFill>
                <a:srgbClr val="000000"/>
              </a:solidFill>
              <a:effectLst/>
              <a:uFillTx/>
              <a:latin typeface="Arial"/>
            </a:endParaRPr>
          </a:p>
          <a:p>
            <a:pPr>
              <a:lnSpc>
                <a:spcPct val="100000"/>
              </a:lnSpc>
            </a:pPr>
            <a:endParaRPr b="0" lang="en-IN" sz="1000" strike="noStrike" u="none">
              <a:solidFill>
                <a:srgbClr val="000000"/>
              </a:solidFill>
              <a:effectLst/>
              <a:uFillTx/>
              <a:latin typeface="Arial"/>
            </a:endParaRPr>
          </a:p>
        </p:txBody>
      </p:sp>
      <p:sp>
        <p:nvSpPr>
          <p:cNvPr id="136" name=""/>
          <p:cNvSpPr/>
          <p:nvPr/>
        </p:nvSpPr>
        <p:spPr>
          <a:xfrm>
            <a:off x="1165680" y="995400"/>
            <a:ext cx="6877080" cy="57207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IN" sz="1800" strike="noStrike" u="none">
                <a:solidFill>
                  <a:srgbClr val="000000"/>
                </a:solidFill>
                <a:effectLst/>
                <a:uFillTx/>
                <a:latin typeface="Arial"/>
                <a:ea typeface="DejaVu Sans"/>
              </a:rPr>
              <a:t>+-------------------------------------------------------+</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                    Mini Library System                |</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                                                       |</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  +-------------------+    +------------------------+  |</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  |  User Management  |    |   Book Management      |  |</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  | (Register/Login)  |    | (Add/Edit/Delete/Search)|  |</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  +-------------------+    +------------------------+  |</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                                                       |</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  +-------------------+    +------------------------+  |</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  | Borrow/Return     |    |   Reports/History      |  |</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  | (Issue Books)     |    | (Borrowing Summary)    |  |</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  +-------------------+    +------------------------+  |</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                                                       |</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            |                     |</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            v                     v</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     +-------------+        +-------------+</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     |  Database   |        |   Interface |</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     | (Books,User,|        |  (GUI/Web)  |</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     | Transactions)|       +-------------+</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     +-------------+</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
          <p:cNvSpPr/>
          <p:nvPr/>
        </p:nvSpPr>
        <p:spPr>
          <a:xfrm>
            <a:off x="1102680" y="784800"/>
            <a:ext cx="9555840" cy="4688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IN" sz="4400" strike="noStrike" u="none">
                <a:solidFill>
                  <a:srgbClr val="000000"/>
                </a:solidFill>
                <a:effectLst/>
                <a:uFillTx/>
                <a:latin typeface="Arial"/>
                <a:ea typeface="DejaVu Sans"/>
              </a:rPr>
              <a:t>3. System Workflow</a:t>
            </a:r>
            <a:endParaRPr b="0" lang="en-IN" sz="4400" strike="noStrike" u="none">
              <a:solidFill>
                <a:srgbClr val="000000"/>
              </a:solidFill>
              <a:effectLst/>
              <a:uFillTx/>
              <a:latin typeface="Arial"/>
            </a:endParaRPr>
          </a:p>
          <a:p>
            <a:pPr>
              <a:lnSpc>
                <a:spcPct val="100000"/>
              </a:lnSpc>
            </a:pPr>
            <a:r>
              <a:rPr b="1" lang="en-IN" sz="3200" strike="noStrike" u="none">
                <a:solidFill>
                  <a:srgbClr val="000000"/>
                </a:solidFill>
                <a:effectLst/>
                <a:uFillTx/>
                <a:latin typeface="Arial"/>
                <a:ea typeface="DejaVu Sans"/>
              </a:rPr>
              <a:t>Main Workflow</a:t>
            </a:r>
            <a:endParaRPr b="0" lang="en-IN" sz="3200" strike="noStrike" u="none">
              <a:solidFill>
                <a:srgbClr val="000000"/>
              </a:solidFill>
              <a:effectLst/>
              <a:uFillTx/>
              <a:latin typeface="Arial"/>
            </a:endParaRPr>
          </a:p>
          <a:p>
            <a:pPr>
              <a:lnSpc>
                <a:spcPct val="100000"/>
              </a:lnSpc>
            </a:pPr>
            <a:r>
              <a:rPr b="0" lang="en-IN" sz="2400" strike="noStrike" u="none">
                <a:solidFill>
                  <a:srgbClr val="000000"/>
                </a:solidFill>
                <a:effectLst/>
                <a:uFillTx/>
                <a:latin typeface="Arial"/>
                <a:ea typeface="DejaVu Sans"/>
              </a:rPr>
              <a:t>User logs in (or registers if new).</a:t>
            </a:r>
            <a:endParaRPr b="0" lang="en-IN" sz="2400" strike="noStrike" u="none">
              <a:solidFill>
                <a:srgbClr val="000000"/>
              </a:solidFill>
              <a:effectLst/>
              <a:uFillTx/>
              <a:latin typeface="Arial"/>
            </a:endParaRPr>
          </a:p>
          <a:p>
            <a:pPr>
              <a:lnSpc>
                <a:spcPct val="100000"/>
              </a:lnSpc>
            </a:pPr>
            <a:r>
              <a:rPr b="0" lang="en-IN" sz="2400" strike="noStrike" u="none">
                <a:solidFill>
                  <a:srgbClr val="000000"/>
                </a:solidFill>
                <a:effectLst/>
                <a:uFillTx/>
                <a:latin typeface="Arial"/>
                <a:ea typeface="DejaVu Sans"/>
              </a:rPr>
              <a:t>System authenticates the user.</a:t>
            </a:r>
            <a:endParaRPr b="0" lang="en-IN" sz="2400" strike="noStrike" u="none">
              <a:solidFill>
                <a:srgbClr val="000000"/>
              </a:solidFill>
              <a:effectLst/>
              <a:uFillTx/>
              <a:latin typeface="Arial"/>
            </a:endParaRPr>
          </a:p>
          <a:p>
            <a:pPr>
              <a:lnSpc>
                <a:spcPct val="100000"/>
              </a:lnSpc>
            </a:pPr>
            <a:r>
              <a:rPr b="0" lang="en-IN" sz="2400" strike="noStrike" u="none">
                <a:solidFill>
                  <a:srgbClr val="000000"/>
                </a:solidFill>
                <a:effectLst/>
                <a:uFillTx/>
                <a:latin typeface="Arial"/>
                <a:ea typeface="DejaVu Sans"/>
              </a:rPr>
              <a:t>User searches for a book by title/author/category.</a:t>
            </a:r>
            <a:endParaRPr b="0" lang="en-IN" sz="2400" strike="noStrike" u="none">
              <a:solidFill>
                <a:srgbClr val="000000"/>
              </a:solidFill>
              <a:effectLst/>
              <a:uFillTx/>
              <a:latin typeface="Arial"/>
            </a:endParaRPr>
          </a:p>
          <a:p>
            <a:pPr>
              <a:lnSpc>
                <a:spcPct val="100000"/>
              </a:lnSpc>
            </a:pPr>
            <a:r>
              <a:rPr b="0" lang="en-IN" sz="2400" strike="noStrike" u="none">
                <a:solidFill>
                  <a:srgbClr val="000000"/>
                </a:solidFill>
                <a:effectLst/>
                <a:uFillTx/>
                <a:latin typeface="Arial"/>
                <a:ea typeface="DejaVu Sans"/>
              </a:rPr>
              <a:t>If available:</a:t>
            </a:r>
            <a:endParaRPr b="0" lang="en-IN" sz="2400" strike="noStrike" u="none">
              <a:solidFill>
                <a:srgbClr val="000000"/>
              </a:solidFill>
              <a:effectLst/>
              <a:uFillTx/>
              <a:latin typeface="Arial"/>
            </a:endParaRPr>
          </a:p>
          <a:p>
            <a:pPr>
              <a:lnSpc>
                <a:spcPct val="100000"/>
              </a:lnSpc>
            </a:pPr>
            <a:r>
              <a:rPr b="0" lang="en-IN" sz="2400" strike="noStrike" u="none">
                <a:solidFill>
                  <a:srgbClr val="000000"/>
                </a:solidFill>
                <a:effectLst/>
                <a:uFillTx/>
                <a:latin typeface="Arial"/>
                <a:ea typeface="DejaVu Sans"/>
              </a:rPr>
              <a:t>User requests to borrow.</a:t>
            </a:r>
            <a:endParaRPr b="0" lang="en-IN" sz="2400" strike="noStrike" u="none">
              <a:solidFill>
                <a:srgbClr val="000000"/>
              </a:solidFill>
              <a:effectLst/>
              <a:uFillTx/>
              <a:latin typeface="Arial"/>
            </a:endParaRPr>
          </a:p>
          <a:p>
            <a:pPr>
              <a:lnSpc>
                <a:spcPct val="100000"/>
              </a:lnSpc>
            </a:pPr>
            <a:r>
              <a:rPr b="0" lang="en-IN" sz="2400" strike="noStrike" u="none">
                <a:solidFill>
                  <a:srgbClr val="000000"/>
                </a:solidFill>
                <a:effectLst/>
                <a:uFillTx/>
                <a:latin typeface="Arial"/>
                <a:ea typeface="DejaVu Sans"/>
              </a:rPr>
              <a:t>System updates the book’s status and records the transaction.</a:t>
            </a:r>
            <a:endParaRPr b="0" lang="en-IN" sz="2400" strike="noStrike" u="none">
              <a:solidFill>
                <a:srgbClr val="000000"/>
              </a:solidFill>
              <a:effectLst/>
              <a:uFillTx/>
              <a:latin typeface="Arial"/>
            </a:endParaRPr>
          </a:p>
          <a:p>
            <a:pPr>
              <a:lnSpc>
                <a:spcPct val="100000"/>
              </a:lnSpc>
            </a:pPr>
            <a:r>
              <a:rPr b="0" lang="en-IN" sz="2400" strike="noStrike" u="none">
                <a:solidFill>
                  <a:srgbClr val="000000"/>
                </a:solidFill>
                <a:effectLst/>
                <a:uFillTx/>
                <a:latin typeface="Arial"/>
                <a:ea typeface="DejaVu Sans"/>
              </a:rPr>
              <a:t>When returned:</a:t>
            </a:r>
            <a:endParaRPr b="0" lang="en-IN" sz="2400" strike="noStrike" u="none">
              <a:solidFill>
                <a:srgbClr val="000000"/>
              </a:solidFill>
              <a:effectLst/>
              <a:uFillTx/>
              <a:latin typeface="Arial"/>
            </a:endParaRPr>
          </a:p>
          <a:p>
            <a:pPr>
              <a:lnSpc>
                <a:spcPct val="100000"/>
              </a:lnSpc>
            </a:pPr>
            <a:r>
              <a:rPr b="0" lang="en-IN" sz="2400" strike="noStrike" u="none">
                <a:solidFill>
                  <a:srgbClr val="000000"/>
                </a:solidFill>
                <a:effectLst/>
                <a:uFillTx/>
                <a:latin typeface="Arial"/>
                <a:ea typeface="DejaVu Sans"/>
              </a:rPr>
              <a:t>Book status updated to “available”.</a:t>
            </a:r>
            <a:endParaRPr b="0" lang="en-IN" sz="2400" strike="noStrike" u="none">
              <a:solidFill>
                <a:srgbClr val="000000"/>
              </a:solidFill>
              <a:effectLst/>
              <a:uFillTx/>
              <a:latin typeface="Arial"/>
            </a:endParaRPr>
          </a:p>
          <a:p>
            <a:pPr>
              <a:lnSpc>
                <a:spcPct val="100000"/>
              </a:lnSpc>
            </a:pPr>
            <a:r>
              <a:rPr b="0" lang="en-IN" sz="2400" strike="noStrike" u="none">
                <a:solidFill>
                  <a:srgbClr val="000000"/>
                </a:solidFill>
                <a:effectLst/>
                <a:uFillTx/>
                <a:latin typeface="Arial"/>
                <a:ea typeface="DejaVu Sans"/>
              </a:rPr>
              <a:t>Transaction record closed.</a:t>
            </a:r>
            <a:endParaRPr b="0" lang="en-IN" sz="2400" strike="noStrike" u="none">
              <a:solidFill>
                <a:srgbClr val="000000"/>
              </a:solidFill>
              <a:effectLst/>
              <a:uFillTx/>
              <a:latin typeface="Arial"/>
            </a:endParaRPr>
          </a:p>
          <a:p>
            <a:pPr>
              <a:lnSpc>
                <a:spcPct val="100000"/>
              </a:lnSpc>
            </a:pPr>
            <a:endParaRPr b="0" lang="en-IN"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
          <p:cNvSpPr/>
          <p:nvPr/>
        </p:nvSpPr>
        <p:spPr>
          <a:xfrm>
            <a:off x="1873800" y="81000"/>
            <a:ext cx="5208120" cy="64897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IN" sz="1600" strike="noStrike" u="none">
                <a:solidFill>
                  <a:srgbClr val="000000"/>
                </a:solidFill>
                <a:effectLst/>
                <a:uFillTx/>
                <a:latin typeface="Arial"/>
                <a:ea typeface="DejaVu Sans"/>
              </a:rPr>
              <a:t>4.</a:t>
            </a:r>
            <a:r>
              <a:rPr b="1" lang="en-IN" sz="1500" strike="noStrike" u="none">
                <a:solidFill>
                  <a:srgbClr val="000000"/>
                </a:solidFill>
                <a:effectLst/>
                <a:uFillTx/>
                <a:latin typeface="Arial"/>
                <a:ea typeface="DejaVu Sans"/>
              </a:rPr>
              <a:t> Flowchart (Logic Flow)</a:t>
            </a:r>
            <a:endParaRPr b="0" lang="en-IN" sz="15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  Start System         │</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  User Login/Register  │</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  Authentication Successful?  │</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│Yes            │No</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               │</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   ┌────▼─────────┐</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  Show Menu      │   │  Access Denied│</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 (Search, Borrow,│   │  Retry Login  │</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  Return, Exit)  │   └───────────────┘</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 Search for Book      │</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 Book Found &amp; Available?│</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│Yes</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 Borrow/Return Process │</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 Update Book Status    │</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 Display Success Message │</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    Exit?       │</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│Yes</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   End      │</a:t>
            </a:r>
            <a:endParaRPr b="0" lang="en-IN" sz="900" strike="noStrike" u="none">
              <a:solidFill>
                <a:srgbClr val="000000"/>
              </a:solidFill>
              <a:effectLst/>
              <a:uFillTx/>
              <a:latin typeface="Arial"/>
            </a:endParaRPr>
          </a:p>
          <a:p>
            <a:pPr>
              <a:lnSpc>
                <a:spcPct val="100000"/>
              </a:lnSpc>
            </a:pPr>
            <a:r>
              <a:rPr b="0" lang="en-IN" sz="900" strike="noStrike" u="none">
                <a:solidFill>
                  <a:srgbClr val="000000"/>
                </a:solidFill>
                <a:effectLst/>
                <a:uFillTx/>
                <a:latin typeface="Liberation Mono;Courier New;DejaVu Sans Mono;Lucida Sans Typewriter"/>
                <a:ea typeface="DejaVu Sans"/>
              </a:rPr>
              <a:t>         └────────────┘ </a:t>
            </a:r>
            <a:endParaRPr b="0" lang="en-IN" sz="9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
          <p:cNvSpPr/>
          <p:nvPr/>
        </p:nvSpPr>
        <p:spPr>
          <a:xfrm>
            <a:off x="1156680" y="367560"/>
            <a:ext cx="7753680" cy="58597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IN" sz="2100" strike="noStrike" u="none">
                <a:solidFill>
                  <a:srgbClr val="000000"/>
                </a:solidFill>
                <a:effectLst/>
                <a:uFillTx/>
                <a:latin typeface="Arial"/>
                <a:ea typeface="DejaVu Sans"/>
              </a:rPr>
              <a:t>5. Algorithm Outline</a:t>
            </a:r>
            <a:endParaRPr b="0" lang="en-IN" sz="2100" strike="noStrike" u="none">
              <a:solidFill>
                <a:srgbClr val="000000"/>
              </a:solidFill>
              <a:effectLst/>
              <a:uFillTx/>
              <a:latin typeface="Arial"/>
            </a:endParaRPr>
          </a:p>
          <a:p>
            <a:pPr>
              <a:lnSpc>
                <a:spcPct val="100000"/>
              </a:lnSpc>
            </a:pPr>
            <a:r>
              <a:rPr b="1" lang="en-IN" sz="1800" strike="noStrike" u="none">
                <a:solidFill>
                  <a:srgbClr val="000000"/>
                </a:solidFill>
                <a:effectLst/>
                <a:uFillTx/>
                <a:latin typeface="Arial"/>
                <a:ea typeface="DejaVu Sans"/>
              </a:rPr>
              <a:t>Algorithm: Borrow Book</a:t>
            </a:r>
            <a:endParaRPr b="0" lang="en-IN" sz="1800" strike="noStrike" u="none">
              <a:solidFill>
                <a:srgbClr val="000000"/>
              </a:solidFill>
              <a:effectLst/>
              <a:uFillTx/>
              <a:latin typeface="Arial"/>
            </a:endParaRPr>
          </a:p>
          <a:p>
            <a:pPr>
              <a:lnSpc>
                <a:spcPct val="100000"/>
              </a:lnSpc>
            </a:pPr>
            <a:r>
              <a:rPr b="0" lang="en-IN" sz="1400" strike="noStrike" u="none">
                <a:solidFill>
                  <a:srgbClr val="000000"/>
                </a:solidFill>
                <a:effectLst/>
                <a:uFillTx/>
                <a:latin typeface="Liberation Mono;Courier New;DejaVu Sans Mono;Lucida Sans Typewriter"/>
                <a:ea typeface="DejaVu Sans"/>
              </a:rPr>
              <a:t>1. START</a:t>
            </a:r>
            <a:endParaRPr b="0" lang="en-IN" sz="1400" strike="noStrike" u="none">
              <a:solidFill>
                <a:srgbClr val="000000"/>
              </a:solidFill>
              <a:effectLst/>
              <a:uFillTx/>
              <a:latin typeface="Arial"/>
            </a:endParaRPr>
          </a:p>
          <a:p>
            <a:pPr>
              <a:lnSpc>
                <a:spcPct val="100000"/>
              </a:lnSpc>
            </a:pPr>
            <a:r>
              <a:rPr b="0" lang="en-IN" sz="1400" strike="noStrike" u="none">
                <a:solidFill>
                  <a:srgbClr val="000000"/>
                </a:solidFill>
                <a:effectLst/>
                <a:uFillTx/>
                <a:latin typeface="Liberation Mono;Courier New;DejaVu Sans Mono;Lucida Sans Typewriter"/>
                <a:ea typeface="DejaVu Sans"/>
              </a:rPr>
              <a:t>2. INPUT user_ID, book_ID</a:t>
            </a:r>
            <a:endParaRPr b="0" lang="en-IN" sz="1400" strike="noStrike" u="none">
              <a:solidFill>
                <a:srgbClr val="000000"/>
              </a:solidFill>
              <a:effectLst/>
              <a:uFillTx/>
              <a:latin typeface="Arial"/>
            </a:endParaRPr>
          </a:p>
          <a:p>
            <a:pPr>
              <a:lnSpc>
                <a:spcPct val="100000"/>
              </a:lnSpc>
            </a:pPr>
            <a:r>
              <a:rPr b="0" lang="en-IN" sz="1400" strike="noStrike" u="none">
                <a:solidFill>
                  <a:srgbClr val="000000"/>
                </a:solidFill>
                <a:effectLst/>
                <a:uFillTx/>
                <a:latin typeface="Liberation Mono;Courier New;DejaVu Sans Mono;Lucida Sans Typewriter"/>
                <a:ea typeface="DejaVu Sans"/>
              </a:rPr>
              <a:t>3. VERIFY if user_ID exists in UserTable</a:t>
            </a:r>
            <a:endParaRPr b="0" lang="en-IN" sz="1400" strike="noStrike" u="none">
              <a:solidFill>
                <a:srgbClr val="000000"/>
              </a:solidFill>
              <a:effectLst/>
              <a:uFillTx/>
              <a:latin typeface="Arial"/>
            </a:endParaRPr>
          </a:p>
          <a:p>
            <a:pPr>
              <a:lnSpc>
                <a:spcPct val="100000"/>
              </a:lnSpc>
            </a:pPr>
            <a:r>
              <a:rPr b="0" lang="en-IN" sz="1400" strike="noStrike" u="none">
                <a:solidFill>
                  <a:srgbClr val="000000"/>
                </a:solidFill>
                <a:effectLst/>
                <a:uFillTx/>
                <a:latin typeface="Liberation Mono;Courier New;DejaVu Sans Mono;Lucida Sans Typewriter"/>
                <a:ea typeface="DejaVu Sans"/>
              </a:rPr>
              <a:t>4. VERIFY if book_ID exists in BookTable</a:t>
            </a:r>
            <a:endParaRPr b="0" lang="en-IN" sz="1400" strike="noStrike" u="none">
              <a:solidFill>
                <a:srgbClr val="000000"/>
              </a:solidFill>
              <a:effectLst/>
              <a:uFillTx/>
              <a:latin typeface="Arial"/>
            </a:endParaRPr>
          </a:p>
          <a:p>
            <a:pPr>
              <a:lnSpc>
                <a:spcPct val="100000"/>
              </a:lnSpc>
            </a:pPr>
            <a:r>
              <a:rPr b="0" lang="en-IN" sz="1400" strike="noStrike" u="none">
                <a:solidFill>
                  <a:srgbClr val="000000"/>
                </a:solidFill>
                <a:effectLst/>
                <a:uFillTx/>
                <a:latin typeface="Liberation Mono;Courier New;DejaVu Sans Mono;Lucida Sans Typewriter"/>
                <a:ea typeface="DejaVu Sans"/>
              </a:rPr>
              <a:t>5. IF book_status == "Available" THEN</a:t>
            </a:r>
            <a:endParaRPr b="0" lang="en-IN" sz="1400" strike="noStrike" u="none">
              <a:solidFill>
                <a:srgbClr val="000000"/>
              </a:solidFill>
              <a:effectLst/>
              <a:uFillTx/>
              <a:latin typeface="Arial"/>
            </a:endParaRPr>
          </a:p>
          <a:p>
            <a:pPr>
              <a:lnSpc>
                <a:spcPct val="100000"/>
              </a:lnSpc>
            </a:pPr>
            <a:r>
              <a:rPr b="0" lang="en-IN" sz="1400" strike="noStrike" u="none">
                <a:solidFill>
                  <a:srgbClr val="000000"/>
                </a:solidFill>
                <a:effectLst/>
                <a:uFillTx/>
                <a:latin typeface="Liberation Mono;Courier New;DejaVu Sans Mono;Lucida Sans Typewriter"/>
                <a:ea typeface="DejaVu Sans"/>
              </a:rPr>
              <a:t>      a. UPDATE book_status = "Borrowed"</a:t>
            </a:r>
            <a:endParaRPr b="0" lang="en-IN" sz="1400" strike="noStrike" u="none">
              <a:solidFill>
                <a:srgbClr val="000000"/>
              </a:solidFill>
              <a:effectLst/>
              <a:uFillTx/>
              <a:latin typeface="Arial"/>
            </a:endParaRPr>
          </a:p>
          <a:p>
            <a:pPr>
              <a:lnSpc>
                <a:spcPct val="100000"/>
              </a:lnSpc>
            </a:pPr>
            <a:r>
              <a:rPr b="0" lang="en-IN" sz="1400" strike="noStrike" u="none">
                <a:solidFill>
                  <a:srgbClr val="000000"/>
                </a:solidFill>
                <a:effectLst/>
                <a:uFillTx/>
                <a:latin typeface="Liberation Mono;Courier New;DejaVu Sans Mono;Lucida Sans Typewriter"/>
                <a:ea typeface="DejaVu Sans"/>
              </a:rPr>
              <a:t>      b. INSERT record into TransactionTable (user_ID, book_ID, date_borrowed)</a:t>
            </a:r>
            <a:endParaRPr b="0" lang="en-IN" sz="1400" strike="noStrike" u="none">
              <a:solidFill>
                <a:srgbClr val="000000"/>
              </a:solidFill>
              <a:effectLst/>
              <a:uFillTx/>
              <a:latin typeface="Arial"/>
            </a:endParaRPr>
          </a:p>
          <a:p>
            <a:pPr>
              <a:lnSpc>
                <a:spcPct val="100000"/>
              </a:lnSpc>
            </a:pPr>
            <a:r>
              <a:rPr b="0" lang="en-IN" sz="1400" strike="noStrike" u="none">
                <a:solidFill>
                  <a:srgbClr val="000000"/>
                </a:solidFill>
                <a:effectLst/>
                <a:uFillTx/>
                <a:latin typeface="Liberation Mono;Courier New;DejaVu Sans Mono;Lucida Sans Typewriter"/>
                <a:ea typeface="DejaVu Sans"/>
              </a:rPr>
              <a:t>      c. DISPLAY "Book borrowed successfully"</a:t>
            </a:r>
            <a:endParaRPr b="0" lang="en-IN" sz="1400" strike="noStrike" u="none">
              <a:solidFill>
                <a:srgbClr val="000000"/>
              </a:solidFill>
              <a:effectLst/>
              <a:uFillTx/>
              <a:latin typeface="Arial"/>
            </a:endParaRPr>
          </a:p>
          <a:p>
            <a:pPr>
              <a:lnSpc>
                <a:spcPct val="100000"/>
              </a:lnSpc>
            </a:pPr>
            <a:r>
              <a:rPr b="0" lang="en-IN" sz="1400" strike="noStrike" u="none">
                <a:solidFill>
                  <a:srgbClr val="000000"/>
                </a:solidFill>
                <a:effectLst/>
                <a:uFillTx/>
                <a:latin typeface="Liberation Mono;Courier New;DejaVu Sans Mono;Lucida Sans Typewriter"/>
                <a:ea typeface="DejaVu Sans"/>
              </a:rPr>
              <a:t>   ELSE</a:t>
            </a:r>
            <a:endParaRPr b="0" lang="en-IN" sz="1400" strike="noStrike" u="none">
              <a:solidFill>
                <a:srgbClr val="000000"/>
              </a:solidFill>
              <a:effectLst/>
              <a:uFillTx/>
              <a:latin typeface="Arial"/>
            </a:endParaRPr>
          </a:p>
          <a:p>
            <a:pPr>
              <a:lnSpc>
                <a:spcPct val="100000"/>
              </a:lnSpc>
            </a:pPr>
            <a:r>
              <a:rPr b="0" lang="en-IN" sz="1400" strike="noStrike" u="none">
                <a:solidFill>
                  <a:srgbClr val="000000"/>
                </a:solidFill>
                <a:effectLst/>
                <a:uFillTx/>
                <a:latin typeface="Liberation Mono;Courier New;DejaVu Sans Mono;Lucida Sans Typewriter"/>
                <a:ea typeface="DejaVu Sans"/>
              </a:rPr>
              <a:t>      d. DISPLAY "Book not available"</a:t>
            </a:r>
            <a:endParaRPr b="0" lang="en-IN" sz="1400" strike="noStrike" u="none">
              <a:solidFill>
                <a:srgbClr val="000000"/>
              </a:solidFill>
              <a:effectLst/>
              <a:uFillTx/>
              <a:latin typeface="Arial"/>
            </a:endParaRPr>
          </a:p>
          <a:p>
            <a:pPr>
              <a:lnSpc>
                <a:spcPct val="100000"/>
              </a:lnSpc>
            </a:pPr>
            <a:r>
              <a:rPr b="0" lang="en-IN" sz="1400" strike="noStrike" u="none">
                <a:solidFill>
                  <a:srgbClr val="000000"/>
                </a:solidFill>
                <a:effectLst/>
                <a:uFillTx/>
                <a:latin typeface="Liberation Mono;Courier New;DejaVu Sans Mono;Lucida Sans Typewriter"/>
                <a:ea typeface="DejaVu Sans"/>
              </a:rPr>
              <a:t>6. END IF</a:t>
            </a:r>
            <a:endParaRPr b="0" lang="en-IN" sz="1400" strike="noStrike" u="none">
              <a:solidFill>
                <a:srgbClr val="000000"/>
              </a:solidFill>
              <a:effectLst/>
              <a:uFillTx/>
              <a:latin typeface="Arial"/>
            </a:endParaRPr>
          </a:p>
          <a:p>
            <a:pPr>
              <a:lnSpc>
                <a:spcPct val="100000"/>
              </a:lnSpc>
            </a:pPr>
            <a:r>
              <a:rPr b="0" lang="en-IN" sz="1400" strike="noStrike" u="none">
                <a:solidFill>
                  <a:srgbClr val="000000"/>
                </a:solidFill>
                <a:effectLst/>
                <a:uFillTx/>
                <a:latin typeface="Liberation Mono;Courier New;DejaVu Sans Mono;Lucida Sans Typewriter"/>
                <a:ea typeface="DejaVu Sans"/>
              </a:rPr>
              <a:t>7. STOP</a:t>
            </a:r>
            <a:endParaRPr b="0" lang="en-IN" sz="1400" strike="noStrike" u="none">
              <a:solidFill>
                <a:srgbClr val="000000"/>
              </a:solidFill>
              <a:effectLst/>
              <a:uFillTx/>
              <a:latin typeface="Arial"/>
            </a:endParaRPr>
          </a:p>
          <a:p>
            <a:pPr>
              <a:lnSpc>
                <a:spcPct val="100000"/>
              </a:lnSpc>
            </a:pPr>
            <a:r>
              <a:rPr b="1" lang="en-IN" sz="1800" strike="noStrike" u="none">
                <a:solidFill>
                  <a:srgbClr val="000000"/>
                </a:solidFill>
                <a:effectLst/>
                <a:uFillTx/>
                <a:latin typeface="Arial"/>
                <a:ea typeface="DejaVu Sans"/>
              </a:rPr>
              <a:t>Algorithm: Return Book</a:t>
            </a:r>
            <a:endParaRPr b="0" lang="en-IN" sz="1800" strike="noStrike" u="none">
              <a:solidFill>
                <a:srgbClr val="000000"/>
              </a:solidFill>
              <a:effectLst/>
              <a:uFillTx/>
              <a:latin typeface="Arial"/>
            </a:endParaRPr>
          </a:p>
          <a:p>
            <a:pPr>
              <a:lnSpc>
                <a:spcPct val="100000"/>
              </a:lnSpc>
            </a:pPr>
            <a:r>
              <a:rPr b="0" lang="en-IN" sz="1400" strike="noStrike" u="none">
                <a:solidFill>
                  <a:srgbClr val="000000"/>
                </a:solidFill>
                <a:effectLst/>
                <a:uFillTx/>
                <a:latin typeface="Liberation Mono;Courier New;DejaVu Sans Mono;Lucida Sans Typewriter"/>
                <a:ea typeface="DejaVu Sans"/>
              </a:rPr>
              <a:t>1. START</a:t>
            </a:r>
            <a:endParaRPr b="0" lang="en-IN" sz="1400" strike="noStrike" u="none">
              <a:solidFill>
                <a:srgbClr val="000000"/>
              </a:solidFill>
              <a:effectLst/>
              <a:uFillTx/>
              <a:latin typeface="Arial"/>
            </a:endParaRPr>
          </a:p>
          <a:p>
            <a:pPr>
              <a:lnSpc>
                <a:spcPct val="100000"/>
              </a:lnSpc>
            </a:pPr>
            <a:r>
              <a:rPr b="0" lang="en-IN" sz="1400" strike="noStrike" u="none">
                <a:solidFill>
                  <a:srgbClr val="000000"/>
                </a:solidFill>
                <a:effectLst/>
                <a:uFillTx/>
                <a:latin typeface="Liberation Mono;Courier New;DejaVu Sans Mono;Lucida Sans Typewriter"/>
                <a:ea typeface="DejaVu Sans"/>
              </a:rPr>
              <a:t>2. INPUT user_ID, book_ID</a:t>
            </a:r>
            <a:endParaRPr b="0" lang="en-IN" sz="1400" strike="noStrike" u="none">
              <a:solidFill>
                <a:srgbClr val="000000"/>
              </a:solidFill>
              <a:effectLst/>
              <a:uFillTx/>
              <a:latin typeface="Arial"/>
            </a:endParaRPr>
          </a:p>
          <a:p>
            <a:pPr>
              <a:lnSpc>
                <a:spcPct val="100000"/>
              </a:lnSpc>
            </a:pPr>
            <a:r>
              <a:rPr b="0" lang="en-IN" sz="1400" strike="noStrike" u="none">
                <a:solidFill>
                  <a:srgbClr val="000000"/>
                </a:solidFill>
                <a:effectLst/>
                <a:uFillTx/>
                <a:latin typeface="Liberation Mono;Courier New;DejaVu Sans Mono;Lucida Sans Typewriter"/>
                <a:ea typeface="DejaVu Sans"/>
              </a:rPr>
              <a:t>3. FIND transaction WHERE user_ID AND book_ID are active</a:t>
            </a:r>
            <a:endParaRPr b="0" lang="en-IN" sz="1400" strike="noStrike" u="none">
              <a:solidFill>
                <a:srgbClr val="000000"/>
              </a:solidFill>
              <a:effectLst/>
              <a:uFillTx/>
              <a:latin typeface="Arial"/>
            </a:endParaRPr>
          </a:p>
          <a:p>
            <a:pPr>
              <a:lnSpc>
                <a:spcPct val="100000"/>
              </a:lnSpc>
            </a:pPr>
            <a:r>
              <a:rPr b="0" lang="en-IN" sz="1400" strike="noStrike" u="none">
                <a:solidFill>
                  <a:srgbClr val="000000"/>
                </a:solidFill>
                <a:effectLst/>
                <a:uFillTx/>
                <a:latin typeface="Liberation Mono;Courier New;DejaVu Sans Mono;Lucida Sans Typewriter"/>
                <a:ea typeface="DejaVu Sans"/>
              </a:rPr>
              <a:t>4. IF transaction exists THEN</a:t>
            </a:r>
            <a:endParaRPr b="0" lang="en-IN" sz="1400" strike="noStrike" u="none">
              <a:solidFill>
                <a:srgbClr val="000000"/>
              </a:solidFill>
              <a:effectLst/>
              <a:uFillTx/>
              <a:latin typeface="Arial"/>
            </a:endParaRPr>
          </a:p>
          <a:p>
            <a:pPr>
              <a:lnSpc>
                <a:spcPct val="100000"/>
              </a:lnSpc>
            </a:pPr>
            <a:r>
              <a:rPr b="0" lang="en-IN" sz="1400" strike="noStrike" u="none">
                <a:solidFill>
                  <a:srgbClr val="000000"/>
                </a:solidFill>
                <a:effectLst/>
                <a:uFillTx/>
                <a:latin typeface="Liberation Mono;Courier New;DejaVu Sans Mono;Lucida Sans Typewriter"/>
                <a:ea typeface="DejaVu Sans"/>
              </a:rPr>
              <a:t>      a. UPDATE book_status = "Available"</a:t>
            </a:r>
            <a:endParaRPr b="0" lang="en-IN" sz="1400" strike="noStrike" u="none">
              <a:solidFill>
                <a:srgbClr val="000000"/>
              </a:solidFill>
              <a:effectLst/>
              <a:uFillTx/>
              <a:latin typeface="Arial"/>
            </a:endParaRPr>
          </a:p>
          <a:p>
            <a:pPr>
              <a:lnSpc>
                <a:spcPct val="100000"/>
              </a:lnSpc>
            </a:pPr>
            <a:r>
              <a:rPr b="0" lang="en-IN" sz="1400" strike="noStrike" u="none">
                <a:solidFill>
                  <a:srgbClr val="000000"/>
                </a:solidFill>
                <a:effectLst/>
                <a:uFillTx/>
                <a:latin typeface="Liberation Mono;Courier New;DejaVu Sans Mono;Lucida Sans Typewriter"/>
                <a:ea typeface="DejaVu Sans"/>
              </a:rPr>
              <a:t>      b. UPDATE transaction record (return_date = current_date)</a:t>
            </a:r>
            <a:endParaRPr b="0" lang="en-IN" sz="1400" strike="noStrike" u="none">
              <a:solidFill>
                <a:srgbClr val="000000"/>
              </a:solidFill>
              <a:effectLst/>
              <a:uFillTx/>
              <a:latin typeface="Arial"/>
            </a:endParaRPr>
          </a:p>
          <a:p>
            <a:pPr>
              <a:lnSpc>
                <a:spcPct val="100000"/>
              </a:lnSpc>
            </a:pPr>
            <a:r>
              <a:rPr b="0" lang="en-IN" sz="1400" strike="noStrike" u="none">
                <a:solidFill>
                  <a:srgbClr val="000000"/>
                </a:solidFill>
                <a:effectLst/>
                <a:uFillTx/>
                <a:latin typeface="Liberation Mono;Courier New;DejaVu Sans Mono;Lucida Sans Typewriter"/>
                <a:ea typeface="DejaVu Sans"/>
              </a:rPr>
              <a:t>      c. DISPLAY "Book returned successfully"</a:t>
            </a:r>
            <a:endParaRPr b="0" lang="en-IN" sz="1400" strike="noStrike" u="none">
              <a:solidFill>
                <a:srgbClr val="000000"/>
              </a:solidFill>
              <a:effectLst/>
              <a:uFillTx/>
              <a:latin typeface="Arial"/>
            </a:endParaRPr>
          </a:p>
          <a:p>
            <a:pPr>
              <a:lnSpc>
                <a:spcPct val="100000"/>
              </a:lnSpc>
            </a:pPr>
            <a:r>
              <a:rPr b="0" lang="en-IN" sz="1400" strike="noStrike" u="none">
                <a:solidFill>
                  <a:srgbClr val="000000"/>
                </a:solidFill>
                <a:effectLst/>
                <a:uFillTx/>
                <a:latin typeface="Liberation Mono;Courier New;DejaVu Sans Mono;Lucida Sans Typewriter"/>
                <a:ea typeface="DejaVu Sans"/>
              </a:rPr>
              <a:t>   ELSE</a:t>
            </a:r>
            <a:endParaRPr b="0" lang="en-IN" sz="1400" strike="noStrike" u="none">
              <a:solidFill>
                <a:srgbClr val="000000"/>
              </a:solidFill>
              <a:effectLst/>
              <a:uFillTx/>
              <a:latin typeface="Arial"/>
            </a:endParaRPr>
          </a:p>
          <a:p>
            <a:pPr>
              <a:lnSpc>
                <a:spcPct val="100000"/>
              </a:lnSpc>
            </a:pPr>
            <a:r>
              <a:rPr b="0" lang="en-IN" sz="1400" strike="noStrike" u="none">
                <a:solidFill>
                  <a:srgbClr val="000000"/>
                </a:solidFill>
                <a:effectLst/>
                <a:uFillTx/>
                <a:latin typeface="Liberation Mono;Courier New;DejaVu Sans Mono;Lucida Sans Typewriter"/>
                <a:ea typeface="DejaVu Sans"/>
              </a:rPr>
              <a:t>      d. DISPLAY "No active transaction found"</a:t>
            </a:r>
            <a:endParaRPr b="0" lang="en-IN" sz="1400" strike="noStrike" u="none">
              <a:solidFill>
                <a:srgbClr val="000000"/>
              </a:solidFill>
              <a:effectLst/>
              <a:uFillTx/>
              <a:latin typeface="Arial"/>
            </a:endParaRPr>
          </a:p>
          <a:p>
            <a:pPr>
              <a:lnSpc>
                <a:spcPct val="100000"/>
              </a:lnSpc>
            </a:pPr>
            <a:r>
              <a:rPr b="0" lang="en-IN" sz="1400" strike="noStrike" u="none">
                <a:solidFill>
                  <a:srgbClr val="000000"/>
                </a:solidFill>
                <a:effectLst/>
                <a:uFillTx/>
                <a:latin typeface="Liberation Mono;Courier New;DejaVu Sans Mono;Lucida Sans Typewriter"/>
                <a:ea typeface="DejaVu Sans"/>
              </a:rPr>
              <a:t>5. STOP </a:t>
            </a:r>
            <a:endParaRPr b="0" lang="en-IN"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
          <p:cNvSpPr/>
          <p:nvPr/>
        </p:nvSpPr>
        <p:spPr>
          <a:xfrm>
            <a:off x="1290960" y="529200"/>
            <a:ext cx="5516640" cy="46584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IN" sz="4000" strike="noStrike" u="none">
                <a:solidFill>
                  <a:srgbClr val="000000"/>
                </a:solidFill>
                <a:effectLst/>
                <a:uFillTx/>
                <a:latin typeface="Arial"/>
                <a:ea typeface="DejaVu Sans"/>
              </a:rPr>
              <a:t>6. Database Design (Simplified)</a:t>
            </a:r>
            <a:endParaRPr b="0" lang="en-IN" sz="4000" strike="noStrike" u="none">
              <a:solidFill>
                <a:srgbClr val="000000"/>
              </a:solidFill>
              <a:effectLst/>
              <a:uFillTx/>
              <a:latin typeface="Arial"/>
            </a:endParaRPr>
          </a:p>
          <a:p>
            <a:pPr>
              <a:lnSpc>
                <a:spcPct val="100000"/>
              </a:lnSpc>
            </a:pPr>
            <a:r>
              <a:rPr b="0" lang="en-IN" sz="2100" strike="noStrike" u="none">
                <a:solidFill>
                  <a:srgbClr val="000000"/>
                </a:solidFill>
                <a:effectLst/>
                <a:uFillTx/>
                <a:latin typeface="Arial"/>
                <a:ea typeface="DejaVu Sans"/>
              </a:rPr>
              <a:t>Tables:</a:t>
            </a:r>
            <a:endParaRPr b="0" lang="en-IN" sz="2100" strike="noStrike" u="none">
              <a:solidFill>
                <a:srgbClr val="000000"/>
              </a:solidFill>
              <a:effectLst/>
              <a:uFillTx/>
              <a:latin typeface="Arial"/>
            </a:endParaRPr>
          </a:p>
          <a:p>
            <a:pPr>
              <a:lnSpc>
                <a:spcPct val="100000"/>
              </a:lnSpc>
            </a:pPr>
            <a:r>
              <a:rPr b="0" lang="en-IN" sz="2100" strike="noStrike" u="none">
                <a:solidFill>
                  <a:srgbClr val="000000"/>
                </a:solidFill>
                <a:effectLst/>
                <a:uFillTx/>
                <a:latin typeface="Arial"/>
                <a:ea typeface="DejaVu Sans"/>
              </a:rPr>
              <a:t>Table</a:t>
            </a:r>
            <a:endParaRPr b="0" lang="en-IN" sz="2100" strike="noStrike" u="none">
              <a:solidFill>
                <a:srgbClr val="000000"/>
              </a:solidFill>
              <a:effectLst/>
              <a:uFillTx/>
              <a:latin typeface="Arial"/>
            </a:endParaRPr>
          </a:p>
          <a:p>
            <a:pPr>
              <a:lnSpc>
                <a:spcPct val="100000"/>
              </a:lnSpc>
            </a:pPr>
            <a:r>
              <a:rPr b="0" lang="en-IN" sz="2100" strike="noStrike" u="none">
                <a:solidFill>
                  <a:srgbClr val="000000"/>
                </a:solidFill>
                <a:effectLst/>
                <a:uFillTx/>
                <a:latin typeface="Arial"/>
                <a:ea typeface="DejaVu Sans"/>
              </a:rPr>
              <a:t>Fields</a:t>
            </a:r>
            <a:endParaRPr b="0" lang="en-IN" sz="2100" strike="noStrike" u="none">
              <a:solidFill>
                <a:srgbClr val="000000"/>
              </a:solidFill>
              <a:effectLst/>
              <a:uFillTx/>
              <a:latin typeface="Arial"/>
            </a:endParaRPr>
          </a:p>
          <a:p>
            <a:pPr>
              <a:lnSpc>
                <a:spcPct val="100000"/>
              </a:lnSpc>
            </a:pPr>
            <a:r>
              <a:rPr b="0" lang="en-IN" sz="2100" strike="noStrike" u="none">
                <a:solidFill>
                  <a:srgbClr val="000000"/>
                </a:solidFill>
                <a:effectLst/>
                <a:uFillTx/>
                <a:latin typeface="Arial"/>
                <a:ea typeface="DejaVu Sans"/>
              </a:rPr>
              <a:t>Users</a:t>
            </a:r>
            <a:endParaRPr b="0" lang="en-IN" sz="2100" strike="noStrike" u="none">
              <a:solidFill>
                <a:srgbClr val="000000"/>
              </a:solidFill>
              <a:effectLst/>
              <a:uFillTx/>
              <a:latin typeface="Arial"/>
            </a:endParaRPr>
          </a:p>
          <a:p>
            <a:pPr>
              <a:lnSpc>
                <a:spcPct val="100000"/>
              </a:lnSpc>
            </a:pPr>
            <a:r>
              <a:rPr b="0" lang="en-IN" sz="2100" strike="noStrike" u="none">
                <a:solidFill>
                  <a:srgbClr val="000000"/>
                </a:solidFill>
                <a:effectLst/>
                <a:uFillTx/>
                <a:latin typeface="Arial"/>
                <a:ea typeface="DejaVu Sans"/>
              </a:rPr>
              <a:t>user_id, name, email, password, role</a:t>
            </a:r>
            <a:endParaRPr b="0" lang="en-IN" sz="2100" strike="noStrike" u="none">
              <a:solidFill>
                <a:srgbClr val="000000"/>
              </a:solidFill>
              <a:effectLst/>
              <a:uFillTx/>
              <a:latin typeface="Arial"/>
            </a:endParaRPr>
          </a:p>
          <a:p>
            <a:pPr>
              <a:lnSpc>
                <a:spcPct val="100000"/>
              </a:lnSpc>
            </a:pPr>
            <a:r>
              <a:rPr b="0" lang="en-IN" sz="2100" strike="noStrike" u="none">
                <a:solidFill>
                  <a:srgbClr val="000000"/>
                </a:solidFill>
                <a:effectLst/>
                <a:uFillTx/>
                <a:latin typeface="Arial"/>
                <a:ea typeface="DejaVu Sans"/>
              </a:rPr>
              <a:t>Books</a:t>
            </a:r>
            <a:endParaRPr b="0" lang="en-IN" sz="2100" strike="noStrike" u="none">
              <a:solidFill>
                <a:srgbClr val="000000"/>
              </a:solidFill>
              <a:effectLst/>
              <a:uFillTx/>
              <a:latin typeface="Arial"/>
            </a:endParaRPr>
          </a:p>
          <a:p>
            <a:pPr>
              <a:lnSpc>
                <a:spcPct val="100000"/>
              </a:lnSpc>
            </a:pPr>
            <a:r>
              <a:rPr b="0" lang="en-IN" sz="2100" strike="noStrike" u="none">
                <a:solidFill>
                  <a:srgbClr val="000000"/>
                </a:solidFill>
                <a:effectLst/>
                <a:uFillTx/>
                <a:latin typeface="Arial"/>
                <a:ea typeface="DejaVu Sans"/>
              </a:rPr>
              <a:t>book_id, title, author, category, status</a:t>
            </a:r>
            <a:endParaRPr b="0" lang="en-IN" sz="2100" strike="noStrike" u="none">
              <a:solidFill>
                <a:srgbClr val="000000"/>
              </a:solidFill>
              <a:effectLst/>
              <a:uFillTx/>
              <a:latin typeface="Arial"/>
            </a:endParaRPr>
          </a:p>
          <a:p>
            <a:pPr>
              <a:lnSpc>
                <a:spcPct val="100000"/>
              </a:lnSpc>
            </a:pPr>
            <a:r>
              <a:rPr b="0" lang="en-IN" sz="2100" strike="noStrike" u="none">
                <a:solidFill>
                  <a:srgbClr val="000000"/>
                </a:solidFill>
                <a:effectLst/>
                <a:uFillTx/>
                <a:latin typeface="Arial"/>
                <a:ea typeface="DejaVu Sans"/>
              </a:rPr>
              <a:t>Transactions</a:t>
            </a:r>
            <a:endParaRPr b="0" lang="en-IN" sz="2100" strike="noStrike" u="none">
              <a:solidFill>
                <a:srgbClr val="000000"/>
              </a:solidFill>
              <a:effectLst/>
              <a:uFillTx/>
              <a:latin typeface="Arial"/>
            </a:endParaRPr>
          </a:p>
          <a:p>
            <a:pPr>
              <a:lnSpc>
                <a:spcPct val="100000"/>
              </a:lnSpc>
            </a:pPr>
            <a:r>
              <a:rPr b="0" lang="en-IN" sz="2100" strike="noStrike" u="none">
                <a:solidFill>
                  <a:srgbClr val="000000"/>
                </a:solidFill>
                <a:effectLst/>
                <a:uFillTx/>
                <a:latin typeface="Arial"/>
                <a:ea typeface="DejaVu Sans"/>
              </a:rPr>
              <a:t>trans_id, user_id, book_id, borrow_date, return_date</a:t>
            </a:r>
            <a:endParaRPr b="0" lang="en-IN" sz="2100" strike="noStrike" u="none">
              <a:solidFill>
                <a:srgbClr val="000000"/>
              </a:solidFill>
              <a:effectLst/>
              <a:uFillTx/>
              <a:latin typeface="Arial"/>
            </a:endParaRPr>
          </a:p>
          <a:p>
            <a:pPr>
              <a:lnSpc>
                <a:spcPct val="100000"/>
              </a:lnSpc>
            </a:pPr>
            <a:endParaRPr b="0" lang="en-IN"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Rectangle 4">
            <a:extLst>
              <a:ext uri="{C183D7F6-B498-43B3-948B-1728B52AA6E4}">
                <adec:decorative xmlns:adec="http://schemas.microsoft.com/office/drawing/2017/decorative" val="1"/>
              </a:ext>
            </a:extLst>
          </p:cNvPr>
          <p:cNvSpPr/>
          <p:nvPr/>
        </p:nvSpPr>
        <p:spPr>
          <a:xfrm>
            <a:off x="0" y="0"/>
            <a:ext cx="12190680" cy="6856560"/>
          </a:xfrm>
          <a:prstGeom prst="rect">
            <a:avLst/>
          </a:prstGeom>
          <a:solidFill>
            <a:srgbClr val="729fcf"/>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sp>
        <p:nvSpPr>
          <p:cNvPr id="142" name="Rectangle 5">
            <a:extLst>
              <a:ext uri="{C183D7F6-B498-43B3-948B-1728B52AA6E4}">
                <adec:decorative xmlns:adec="http://schemas.microsoft.com/office/drawing/2017/decorative" val="1"/>
              </a:ext>
            </a:extLst>
          </p:cNvPr>
          <p:cNvSpPr/>
          <p:nvPr/>
        </p:nvSpPr>
        <p:spPr>
          <a:xfrm>
            <a:off x="2772720" y="484560"/>
            <a:ext cx="8946720" cy="5879520"/>
          </a:xfrm>
          <a:prstGeom prst="rect">
            <a:avLst/>
          </a:prstGeom>
          <a:solidFill>
            <a:srgbClr val="729fcf"/>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cxnSp>
        <p:nvCxnSpPr>
          <p:cNvPr id="143" name="Straight Connector 8">
            <a:extLst>
              <a:ext uri="{C183D7F6-B498-43B3-948B-1728B52AA6E4}">
                <adec:decorative xmlns:adec="http://schemas.microsoft.com/office/drawing/2017/decorative" val="1"/>
              </a:ext>
            </a:extLst>
          </p:cNvPr>
          <p:cNvCxnSpPr/>
          <p:nvPr/>
        </p:nvCxnSpPr>
        <p:spPr>
          <a:xfrm flipV="1">
            <a:off x="3206880" y="1029240"/>
            <a:ext cx="1440" cy="915840"/>
          </a:xfrm>
          <a:prstGeom prst="straightConnector1">
            <a:avLst/>
          </a:prstGeom>
          <a:ln w="19080">
            <a:solidFill>
              <a:schemeClr val="accent1">
                <a:alpha val="80000"/>
              </a:schemeClr>
            </a:solidFill>
            <a:round/>
          </a:ln>
        </p:spPr>
      </p:cxnSp>
      <p:sp>
        <p:nvSpPr>
          <p:cNvPr id="144" name="PlaceHolder 1"/>
          <p:cNvSpPr>
            <a:spLocks noGrp="1"/>
          </p:cNvSpPr>
          <p:nvPr>
            <p:ph/>
          </p:nvPr>
        </p:nvSpPr>
        <p:spPr>
          <a:xfrm>
            <a:off x="3469320" y="2489040"/>
            <a:ext cx="7921800" cy="355320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tabLst>
                <a:tab algn="l" pos="0"/>
              </a:tabLst>
            </a:pPr>
            <a:endParaRPr b="0" lang="en-IN" sz="2200" strike="noStrike" u="none">
              <a:solidFill>
                <a:srgbClr val="000000"/>
              </a:solidFill>
              <a:effectLst/>
              <a:uFillTx/>
              <a:latin typeface="Arial"/>
            </a:endParaRPr>
          </a:p>
          <a:p>
            <a:pPr marL="91440" indent="0" defTabSz="914400">
              <a:lnSpc>
                <a:spcPct val="90000"/>
              </a:lnSpc>
              <a:spcBef>
                <a:spcPts val="1199"/>
              </a:spcBef>
              <a:spcAft>
                <a:spcPts val="201"/>
              </a:spcAft>
              <a:buNone/>
              <a:tabLst>
                <a:tab algn="l" pos="0"/>
              </a:tabLst>
            </a:pPr>
            <a:r>
              <a:rPr b="0" lang="en-US" sz="1800" strike="noStrike" u="none">
                <a:solidFill>
                  <a:srgbClr val="ffffff"/>
                </a:solidFill>
                <a:effectLst/>
                <a:uFillTx/>
                <a:latin typeface="Tw Cen MT"/>
              </a:rPr>
              <a:t> </a:t>
            </a:r>
            <a:endParaRPr b="0" lang="en-IN" sz="1800" strike="noStrike" u="none">
              <a:solidFill>
                <a:srgbClr val="000000"/>
              </a:solidFill>
              <a:effectLst/>
              <a:uFillTx/>
              <a:latin typeface="Arial"/>
            </a:endParaRPr>
          </a:p>
        </p:txBody>
      </p:sp>
      <p:sp>
        <p:nvSpPr>
          <p:cNvPr id="145" name=""/>
          <p:cNvSpPr/>
          <p:nvPr/>
        </p:nvSpPr>
        <p:spPr>
          <a:xfrm rot="21582000">
            <a:off x="1258560" y="771480"/>
            <a:ext cx="9915480" cy="4675320"/>
          </a:xfrm>
          <a:prstGeom prst="rect">
            <a:avLst/>
          </a:prstGeom>
          <a:solidFill>
            <a:srgbClr val="729fcf"/>
          </a:solidFill>
          <a:ln w="0">
            <a:noFill/>
          </a:ln>
        </p:spPr>
        <p:style>
          <a:lnRef idx="0"/>
          <a:fillRef idx="0"/>
          <a:effectRef idx="0"/>
          <a:fontRef idx="minor"/>
        </p:style>
        <p:txBody>
          <a:bodyPr lIns="90000" rIns="90000" tIns="45000" bIns="45000" anchor="t">
            <a:spAutoFit/>
          </a:bodyPr>
          <a:p>
            <a:pPr>
              <a:lnSpc>
                <a:spcPct val="100000"/>
              </a:lnSpc>
            </a:pPr>
            <a:r>
              <a:rPr b="1" lang="en-IN" sz="2600" strike="noStrike" u="none">
                <a:solidFill>
                  <a:srgbClr val="000000"/>
                </a:solidFill>
                <a:effectLst/>
                <a:uFillTx/>
                <a:latin typeface="Arial"/>
                <a:ea typeface="DejaVu Sans"/>
              </a:rPr>
              <a:t>1. Input Module</a:t>
            </a:r>
            <a:endParaRPr b="0" lang="en-IN" sz="2600" strike="noStrike" u="none">
              <a:solidFill>
                <a:srgbClr val="000000"/>
              </a:solidFill>
              <a:effectLst/>
              <a:uFillTx/>
              <a:latin typeface="Arial"/>
            </a:endParaRPr>
          </a:p>
          <a:p>
            <a:pPr>
              <a:lnSpc>
                <a:spcPct val="100000"/>
              </a:lnSpc>
            </a:pPr>
            <a:r>
              <a:rPr b="1" lang="en-IN" sz="2000" strike="noStrike" u="none">
                <a:solidFill>
                  <a:srgbClr val="000000"/>
                </a:solidFill>
                <a:effectLst/>
                <a:uFillTx/>
                <a:latin typeface="Arial"/>
                <a:ea typeface="DejaVu Sans"/>
              </a:rPr>
              <a:t>Purpose:</a:t>
            </a:r>
            <a:endParaRPr b="0" lang="en-IN" sz="2000" strike="noStrike" u="none">
              <a:solidFill>
                <a:srgbClr val="000000"/>
              </a:solidFill>
              <a:effectLst/>
              <a:uFillTx/>
              <a:latin typeface="Arial"/>
            </a:endParaRPr>
          </a:p>
          <a:p>
            <a:pPr>
              <a:lnSpc>
                <a:spcPct val="100000"/>
              </a:lnSpc>
            </a:pPr>
            <a:r>
              <a:rPr b="0" lang="en-IN" sz="1500" strike="noStrike" u="none">
                <a:solidFill>
                  <a:srgbClr val="000000"/>
                </a:solidFill>
                <a:effectLst/>
                <a:uFillTx/>
                <a:latin typeface="Arial"/>
                <a:ea typeface="DejaVu Sans"/>
              </a:rPr>
              <a:t>This module collects all the information required from the user or administrator to perform operations like searching, borrowing, adding, or returning books.</a:t>
            </a:r>
            <a:endParaRPr b="0" lang="en-IN" sz="1500" strike="noStrike" u="none">
              <a:solidFill>
                <a:srgbClr val="000000"/>
              </a:solidFill>
              <a:effectLst/>
              <a:uFillTx/>
              <a:latin typeface="Arial"/>
            </a:endParaRPr>
          </a:p>
          <a:p>
            <a:pPr>
              <a:lnSpc>
                <a:spcPct val="100000"/>
              </a:lnSpc>
            </a:pPr>
            <a:r>
              <a:rPr b="1" lang="en-IN" sz="2000" strike="noStrike" u="none">
                <a:solidFill>
                  <a:srgbClr val="000000"/>
                </a:solidFill>
                <a:effectLst/>
                <a:uFillTx/>
                <a:latin typeface="Arial"/>
                <a:ea typeface="DejaVu Sans"/>
              </a:rPr>
              <a:t>Functions:</a:t>
            </a:r>
            <a:endParaRPr b="0" lang="en-IN" sz="2000" strike="noStrike" u="none">
              <a:solidFill>
                <a:srgbClr val="000000"/>
              </a:solidFill>
              <a:effectLst/>
              <a:uFillTx/>
              <a:latin typeface="Arial"/>
            </a:endParaRPr>
          </a:p>
          <a:p>
            <a:pPr>
              <a:lnSpc>
                <a:spcPct val="100000"/>
              </a:lnSpc>
            </a:pPr>
            <a:r>
              <a:rPr b="0" lang="en-IN" sz="1500" strike="noStrike" u="none">
                <a:solidFill>
                  <a:srgbClr val="000000"/>
                </a:solidFill>
                <a:effectLst/>
                <a:uFillTx/>
                <a:latin typeface="Arial"/>
                <a:ea typeface="DejaVu Sans"/>
              </a:rPr>
              <a:t>Accepts user credentials during login or registration.</a:t>
            </a:r>
            <a:endParaRPr b="0" lang="en-IN" sz="1500" strike="noStrike" u="none">
              <a:solidFill>
                <a:srgbClr val="000000"/>
              </a:solidFill>
              <a:effectLst/>
              <a:uFillTx/>
              <a:latin typeface="Arial"/>
            </a:endParaRPr>
          </a:p>
          <a:p>
            <a:pPr>
              <a:lnSpc>
                <a:spcPct val="100000"/>
              </a:lnSpc>
            </a:pPr>
            <a:r>
              <a:rPr b="0" lang="en-IN" sz="1500" strike="noStrike" u="none">
                <a:solidFill>
                  <a:srgbClr val="000000"/>
                </a:solidFill>
                <a:effectLst/>
                <a:uFillTx/>
                <a:latin typeface="Arial"/>
                <a:ea typeface="DejaVu Sans"/>
              </a:rPr>
              <a:t>Takes book details for searching (title, author, category).</a:t>
            </a:r>
            <a:endParaRPr b="0" lang="en-IN" sz="1500" strike="noStrike" u="none">
              <a:solidFill>
                <a:srgbClr val="000000"/>
              </a:solidFill>
              <a:effectLst/>
              <a:uFillTx/>
              <a:latin typeface="Arial"/>
            </a:endParaRPr>
          </a:p>
          <a:p>
            <a:pPr>
              <a:lnSpc>
                <a:spcPct val="100000"/>
              </a:lnSpc>
            </a:pPr>
            <a:r>
              <a:rPr b="0" lang="en-IN" sz="1500" strike="noStrike" u="none">
                <a:solidFill>
                  <a:srgbClr val="000000"/>
                </a:solidFill>
                <a:effectLst/>
                <a:uFillTx/>
                <a:latin typeface="Arial"/>
                <a:ea typeface="DejaVu Sans"/>
              </a:rPr>
              <a:t>Receives book information from admin (for adding/editing/removing).</a:t>
            </a:r>
            <a:endParaRPr b="0" lang="en-IN" sz="1500" strike="noStrike" u="none">
              <a:solidFill>
                <a:srgbClr val="000000"/>
              </a:solidFill>
              <a:effectLst/>
              <a:uFillTx/>
              <a:latin typeface="Arial"/>
            </a:endParaRPr>
          </a:p>
          <a:p>
            <a:pPr>
              <a:lnSpc>
                <a:spcPct val="100000"/>
              </a:lnSpc>
            </a:pPr>
            <a:r>
              <a:rPr b="0" lang="en-IN" sz="1500" strike="noStrike" u="none">
                <a:solidFill>
                  <a:srgbClr val="000000"/>
                </a:solidFill>
                <a:effectLst/>
                <a:uFillTx/>
                <a:latin typeface="Arial"/>
                <a:ea typeface="DejaVu Sans"/>
              </a:rPr>
              <a:t>Accepts user ID and book ID for borrowing/returning.</a:t>
            </a:r>
            <a:endParaRPr b="0" lang="en-IN" sz="1500" strike="noStrike" u="none">
              <a:solidFill>
                <a:srgbClr val="000000"/>
              </a:solidFill>
              <a:effectLst/>
              <a:uFillTx/>
              <a:latin typeface="Arial"/>
            </a:endParaRPr>
          </a:p>
          <a:p>
            <a:pPr>
              <a:lnSpc>
                <a:spcPct val="100000"/>
              </a:lnSpc>
            </a:pPr>
            <a:r>
              <a:rPr b="1" lang="en-IN" sz="2000" strike="noStrike" u="none">
                <a:solidFill>
                  <a:srgbClr val="000000"/>
                </a:solidFill>
                <a:effectLst/>
                <a:uFillTx/>
                <a:latin typeface="Arial"/>
                <a:ea typeface="DejaVu Sans"/>
              </a:rPr>
              <a:t>Inputs:</a:t>
            </a:r>
            <a:endParaRPr b="0" lang="en-IN" sz="2000" strike="noStrike" u="none">
              <a:solidFill>
                <a:srgbClr val="000000"/>
              </a:solidFill>
              <a:effectLst/>
              <a:uFillTx/>
              <a:latin typeface="Arial"/>
            </a:endParaRPr>
          </a:p>
          <a:p>
            <a:pPr>
              <a:lnSpc>
                <a:spcPct val="100000"/>
              </a:lnSpc>
            </a:pPr>
            <a:r>
              <a:rPr b="0" lang="en-IN" sz="1500" strike="noStrike" u="none">
                <a:solidFill>
                  <a:srgbClr val="000000"/>
                </a:solidFill>
                <a:effectLst/>
                <a:uFillTx/>
                <a:latin typeface="Arial"/>
                <a:ea typeface="DejaVu Sans"/>
              </a:rPr>
              <a:t>User ID / Password</a:t>
            </a:r>
            <a:endParaRPr b="0" lang="en-IN" sz="1500" strike="noStrike" u="none">
              <a:solidFill>
                <a:srgbClr val="000000"/>
              </a:solidFill>
              <a:effectLst/>
              <a:uFillTx/>
              <a:latin typeface="Arial"/>
            </a:endParaRPr>
          </a:p>
          <a:p>
            <a:pPr>
              <a:lnSpc>
                <a:spcPct val="100000"/>
              </a:lnSpc>
            </a:pPr>
            <a:r>
              <a:rPr b="0" lang="en-IN" sz="1500" strike="noStrike" u="none">
                <a:solidFill>
                  <a:srgbClr val="000000"/>
                </a:solidFill>
                <a:effectLst/>
                <a:uFillTx/>
                <a:latin typeface="Arial"/>
                <a:ea typeface="DejaVu Sans"/>
              </a:rPr>
              <a:t>Book Title / Author / ISBN</a:t>
            </a:r>
            <a:endParaRPr b="0" lang="en-IN" sz="1500" strike="noStrike" u="none">
              <a:solidFill>
                <a:srgbClr val="000000"/>
              </a:solidFill>
              <a:effectLst/>
              <a:uFillTx/>
              <a:latin typeface="Arial"/>
            </a:endParaRPr>
          </a:p>
          <a:p>
            <a:pPr>
              <a:lnSpc>
                <a:spcPct val="100000"/>
              </a:lnSpc>
            </a:pPr>
            <a:r>
              <a:rPr b="0" lang="en-IN" sz="1500" strike="noStrike" u="none">
                <a:solidFill>
                  <a:srgbClr val="000000"/>
                </a:solidFill>
                <a:effectLst/>
                <a:uFillTx/>
                <a:latin typeface="Arial"/>
                <a:ea typeface="DejaVu Sans"/>
              </a:rPr>
              <a:t>Book ID for borrow/return</a:t>
            </a:r>
            <a:endParaRPr b="0" lang="en-IN" sz="1500" strike="noStrike" u="none">
              <a:solidFill>
                <a:srgbClr val="000000"/>
              </a:solidFill>
              <a:effectLst/>
              <a:uFillTx/>
              <a:latin typeface="Arial"/>
            </a:endParaRPr>
          </a:p>
          <a:p>
            <a:pPr>
              <a:lnSpc>
                <a:spcPct val="100000"/>
              </a:lnSpc>
            </a:pPr>
            <a:r>
              <a:rPr b="0" lang="en-IN" sz="1500" strike="noStrike" u="none">
                <a:solidFill>
                  <a:srgbClr val="000000"/>
                </a:solidFill>
                <a:effectLst/>
                <a:uFillTx/>
                <a:latin typeface="Arial"/>
                <a:ea typeface="DejaVu Sans"/>
              </a:rPr>
              <a:t>New book details (Admin)</a:t>
            </a:r>
            <a:endParaRPr b="0" lang="en-IN" sz="1500" strike="noStrike" u="none">
              <a:solidFill>
                <a:srgbClr val="000000"/>
              </a:solidFill>
              <a:effectLst/>
              <a:uFillTx/>
              <a:latin typeface="Arial"/>
            </a:endParaRPr>
          </a:p>
          <a:p>
            <a:pPr>
              <a:lnSpc>
                <a:spcPct val="100000"/>
              </a:lnSpc>
            </a:pPr>
            <a:r>
              <a:rPr b="1" lang="en-IN" sz="2000" strike="noStrike" u="none">
                <a:solidFill>
                  <a:srgbClr val="000000"/>
                </a:solidFill>
                <a:effectLst/>
                <a:uFillTx/>
                <a:latin typeface="Arial"/>
                <a:ea typeface="DejaVu Sans"/>
              </a:rPr>
              <a:t>Example:</a:t>
            </a:r>
            <a:endParaRPr b="0" lang="en-IN" sz="2000" strike="noStrike" u="none">
              <a:solidFill>
                <a:srgbClr val="000000"/>
              </a:solidFill>
              <a:effectLst/>
              <a:uFillTx/>
              <a:latin typeface="Arial"/>
            </a:endParaRPr>
          </a:p>
          <a:p>
            <a:pPr>
              <a:lnSpc>
                <a:spcPct val="100000"/>
              </a:lnSpc>
            </a:pPr>
            <a:r>
              <a:rPr b="0" lang="en-IN" sz="1500" strike="noStrike" u="none">
                <a:solidFill>
                  <a:srgbClr val="000000"/>
                </a:solidFill>
                <a:effectLst/>
                <a:uFillTx/>
                <a:latin typeface="Liberation Mono;Courier New;DejaVu Sans Mono;Lucida Sans Typewriter"/>
                <a:ea typeface="DejaVu Sans"/>
              </a:rPr>
              <a:t>Enter Book Title: Harry Potter</a:t>
            </a:r>
            <a:endParaRPr b="0" lang="en-IN" sz="1500" strike="noStrike" u="none">
              <a:solidFill>
                <a:srgbClr val="000000"/>
              </a:solidFill>
              <a:effectLst/>
              <a:uFillTx/>
              <a:latin typeface="Arial"/>
            </a:endParaRPr>
          </a:p>
          <a:p>
            <a:pPr>
              <a:lnSpc>
                <a:spcPct val="100000"/>
              </a:lnSpc>
            </a:pPr>
            <a:r>
              <a:rPr b="0" lang="en-IN" sz="1500" strike="noStrike" u="none">
                <a:solidFill>
                  <a:srgbClr val="000000"/>
                </a:solidFill>
                <a:effectLst/>
                <a:uFillTx/>
                <a:latin typeface="Liberation Mono;Courier New;DejaVu Sans Mono;Lucida Sans Typewriter"/>
                <a:ea typeface="DejaVu Sans"/>
              </a:rPr>
              <a:t>Enter User ID: U101</a:t>
            </a:r>
            <a:endParaRPr b="0" lang="en-IN" sz="1500" strike="noStrike" u="none">
              <a:solidFill>
                <a:srgbClr val="000000"/>
              </a:solidFill>
              <a:effectLst/>
              <a:uFillTx/>
              <a:latin typeface="Arial"/>
            </a:endParaRPr>
          </a:p>
          <a:p>
            <a:pPr>
              <a:lnSpc>
                <a:spcPct val="100000"/>
              </a:lnSpc>
            </a:pPr>
            <a:r>
              <a:rPr b="0" lang="en-IN" sz="1500" strike="noStrike" u="none">
                <a:solidFill>
                  <a:srgbClr val="000000"/>
                </a:solidFill>
                <a:effectLst/>
                <a:uFillTx/>
                <a:latin typeface="Liberation Mono;Courier New;DejaVu Sans Mono;Lucida Sans Typewriter"/>
                <a:ea typeface="DejaVu Sans"/>
              </a:rPr>
              <a:t>Enter Action (Search / Borrow / Return): Borrow </a:t>
            </a:r>
            <a:endParaRPr b="0" lang="en-IN" sz="1500" strike="noStrike" u="none">
              <a:solidFill>
                <a:srgbClr val="000000"/>
              </a:solidFill>
              <a:effectLst/>
              <a:uFillTx/>
              <a:latin typeface="Arial"/>
            </a:endParaRPr>
          </a:p>
        </p:txBody>
      </p:sp>
      <p:sp>
        <p:nvSpPr>
          <p:cNvPr id="146" name=""/>
          <p:cNvSpPr/>
          <p:nvPr/>
        </p:nvSpPr>
        <p:spPr>
          <a:xfrm rot="21597600">
            <a:off x="7743960" y="2446560"/>
            <a:ext cx="2384280" cy="882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IN" sz="2800" strike="noStrike" u="none">
                <a:solidFill>
                  <a:srgbClr val="000000"/>
                </a:solidFill>
                <a:effectLst/>
                <a:uFillTx/>
                <a:latin typeface="Arial"/>
                <a:ea typeface="DejaVu Sans"/>
              </a:rPr>
              <a:t>Module Descriptions </a:t>
            </a:r>
            <a:endParaRPr b="0" lang="en-IN"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Rectangle 1">
            <a:extLst>
              <a:ext uri="{C183D7F6-B498-43B3-948B-1728B52AA6E4}">
                <adec:decorative xmlns:adec="http://schemas.microsoft.com/office/drawing/2017/decorative" val="1"/>
              </a:ext>
            </a:extLst>
          </p:cNvPr>
          <p:cNvSpPr/>
          <p:nvPr/>
        </p:nvSpPr>
        <p:spPr>
          <a:xfrm>
            <a:off x="0" y="0"/>
            <a:ext cx="12190680" cy="6856560"/>
          </a:xfrm>
          <a:prstGeom prst="rect">
            <a:avLst/>
          </a:prstGeom>
          <a:solidFill>
            <a:srgbClr val="729fcf"/>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sp>
        <p:nvSpPr>
          <p:cNvPr id="148" name=""/>
          <p:cNvSpPr/>
          <p:nvPr/>
        </p:nvSpPr>
        <p:spPr>
          <a:xfrm>
            <a:off x="960120" y="0"/>
            <a:ext cx="7583760" cy="63493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IN" sz="3200" strike="noStrike" u="none">
                <a:solidFill>
                  <a:srgbClr val="000000"/>
                </a:solidFill>
                <a:effectLst/>
                <a:uFillTx/>
                <a:latin typeface="Arial"/>
                <a:ea typeface="DejaVu Sans"/>
              </a:rPr>
              <a:t>2</a:t>
            </a:r>
            <a:r>
              <a:rPr b="1" lang="en-IN" sz="6000" strike="noStrike" u="none">
                <a:solidFill>
                  <a:srgbClr val="000000"/>
                </a:solidFill>
                <a:effectLst/>
                <a:uFillTx/>
                <a:latin typeface="Arial"/>
                <a:ea typeface="DejaVu Sans"/>
              </a:rPr>
              <a:t>.</a:t>
            </a:r>
            <a:r>
              <a:rPr b="1" lang="en-IN" sz="2800" strike="noStrike" u="none">
                <a:solidFill>
                  <a:srgbClr val="000000"/>
                </a:solidFill>
                <a:effectLst/>
                <a:uFillTx/>
                <a:latin typeface="Arial"/>
                <a:ea typeface="DejaVu Sans"/>
              </a:rPr>
              <a:t> Processing Module</a:t>
            </a:r>
            <a:endParaRPr b="0" lang="en-IN" sz="2800" strike="noStrike" u="none">
              <a:solidFill>
                <a:srgbClr val="000000"/>
              </a:solidFill>
              <a:effectLst/>
              <a:uFillTx/>
              <a:latin typeface="Arial"/>
            </a:endParaRPr>
          </a:p>
          <a:p>
            <a:pPr>
              <a:lnSpc>
                <a:spcPct val="100000"/>
              </a:lnSpc>
            </a:pPr>
            <a:r>
              <a:rPr b="1" lang="en-IN" sz="2100" strike="noStrike" u="none">
                <a:solidFill>
                  <a:srgbClr val="000000"/>
                </a:solidFill>
                <a:effectLst/>
                <a:uFillTx/>
                <a:latin typeface="Arial"/>
                <a:ea typeface="DejaVu Sans"/>
              </a:rPr>
              <a:t>Purpose:</a:t>
            </a:r>
            <a:endParaRPr b="0" lang="en-IN" sz="2100" strike="noStrike" u="none">
              <a:solidFill>
                <a:srgbClr val="000000"/>
              </a:solidFill>
              <a:effectLst/>
              <a:uFillTx/>
              <a:latin typeface="Arial"/>
            </a:endParaRPr>
          </a:p>
          <a:p>
            <a:pPr>
              <a:lnSpc>
                <a:spcPct val="100000"/>
              </a:lnSpc>
            </a:pPr>
            <a:r>
              <a:rPr b="0" lang="en-IN" sz="1600" strike="noStrike" u="none">
                <a:solidFill>
                  <a:srgbClr val="000000"/>
                </a:solidFill>
                <a:effectLst/>
                <a:uFillTx/>
                <a:latin typeface="Arial"/>
                <a:ea typeface="DejaVu Sans"/>
              </a:rPr>
              <a:t>This module contains the core logic of the system — it validates inputs, performs computations, and manages database interactions.</a:t>
            </a:r>
            <a:endParaRPr b="0" lang="en-IN" sz="1600" strike="noStrike" u="none">
              <a:solidFill>
                <a:srgbClr val="000000"/>
              </a:solidFill>
              <a:effectLst/>
              <a:uFillTx/>
              <a:latin typeface="Arial"/>
            </a:endParaRPr>
          </a:p>
          <a:p>
            <a:pPr>
              <a:lnSpc>
                <a:spcPct val="100000"/>
              </a:lnSpc>
            </a:pPr>
            <a:r>
              <a:rPr b="1" lang="en-IN" sz="2100" strike="noStrike" u="none">
                <a:solidFill>
                  <a:srgbClr val="000000"/>
                </a:solidFill>
                <a:effectLst/>
                <a:uFillTx/>
                <a:latin typeface="Arial"/>
                <a:ea typeface="DejaVu Sans"/>
              </a:rPr>
              <a:t>Functions:</a:t>
            </a:r>
            <a:endParaRPr b="0" lang="en-IN" sz="2100" strike="noStrike" u="none">
              <a:solidFill>
                <a:srgbClr val="000000"/>
              </a:solidFill>
              <a:effectLst/>
              <a:uFillTx/>
              <a:latin typeface="Arial"/>
            </a:endParaRPr>
          </a:p>
          <a:p>
            <a:pPr>
              <a:lnSpc>
                <a:spcPct val="100000"/>
              </a:lnSpc>
            </a:pPr>
            <a:r>
              <a:rPr b="0" lang="en-IN" sz="1600" strike="noStrike" u="none">
                <a:solidFill>
                  <a:srgbClr val="000000"/>
                </a:solidFill>
                <a:effectLst/>
                <a:uFillTx/>
                <a:latin typeface="Arial"/>
                <a:ea typeface="DejaVu Sans"/>
              </a:rPr>
              <a:t>Authentication: Verify login credentials.</a:t>
            </a:r>
            <a:endParaRPr b="0" lang="en-IN" sz="1600" strike="noStrike" u="none">
              <a:solidFill>
                <a:srgbClr val="000000"/>
              </a:solidFill>
              <a:effectLst/>
              <a:uFillTx/>
              <a:latin typeface="Arial"/>
            </a:endParaRPr>
          </a:p>
          <a:p>
            <a:pPr>
              <a:lnSpc>
                <a:spcPct val="100000"/>
              </a:lnSpc>
            </a:pPr>
            <a:r>
              <a:rPr b="0" lang="en-IN" sz="1600" strike="noStrike" u="none">
                <a:solidFill>
                  <a:srgbClr val="000000"/>
                </a:solidFill>
                <a:effectLst/>
                <a:uFillTx/>
                <a:latin typeface="Arial"/>
                <a:ea typeface="DejaVu Sans"/>
              </a:rPr>
              <a:t>Search Logic: Match book details from the database.</a:t>
            </a:r>
            <a:endParaRPr b="0" lang="en-IN" sz="1600" strike="noStrike" u="none">
              <a:solidFill>
                <a:srgbClr val="000000"/>
              </a:solidFill>
              <a:effectLst/>
              <a:uFillTx/>
              <a:latin typeface="Arial"/>
            </a:endParaRPr>
          </a:p>
          <a:p>
            <a:pPr>
              <a:lnSpc>
                <a:spcPct val="100000"/>
              </a:lnSpc>
            </a:pPr>
            <a:r>
              <a:rPr b="0" lang="en-IN" sz="1600" strike="noStrike" u="none">
                <a:solidFill>
                  <a:srgbClr val="000000"/>
                </a:solidFill>
                <a:effectLst/>
                <a:uFillTx/>
                <a:latin typeface="Arial"/>
                <a:ea typeface="DejaVu Sans"/>
              </a:rPr>
              <a:t>Borrow Logic:</a:t>
            </a:r>
            <a:endParaRPr b="0" lang="en-IN" sz="1600" strike="noStrike" u="none">
              <a:solidFill>
                <a:srgbClr val="000000"/>
              </a:solidFill>
              <a:effectLst/>
              <a:uFillTx/>
              <a:latin typeface="Arial"/>
            </a:endParaRPr>
          </a:p>
          <a:p>
            <a:pPr>
              <a:lnSpc>
                <a:spcPct val="100000"/>
              </a:lnSpc>
            </a:pPr>
            <a:r>
              <a:rPr b="0" lang="en-IN" sz="1600" strike="noStrike" u="none">
                <a:solidFill>
                  <a:srgbClr val="000000"/>
                </a:solidFill>
                <a:effectLst/>
                <a:uFillTx/>
                <a:latin typeface="Arial"/>
                <a:ea typeface="DejaVu Sans"/>
              </a:rPr>
              <a:t>Check if the book is available.</a:t>
            </a:r>
            <a:endParaRPr b="0" lang="en-IN" sz="1600" strike="noStrike" u="none">
              <a:solidFill>
                <a:srgbClr val="000000"/>
              </a:solidFill>
              <a:effectLst/>
              <a:uFillTx/>
              <a:latin typeface="Arial"/>
            </a:endParaRPr>
          </a:p>
          <a:p>
            <a:pPr>
              <a:lnSpc>
                <a:spcPct val="100000"/>
              </a:lnSpc>
            </a:pPr>
            <a:r>
              <a:rPr b="0" lang="en-IN" sz="1600" strike="noStrike" u="none">
                <a:solidFill>
                  <a:srgbClr val="000000"/>
                </a:solidFill>
                <a:effectLst/>
                <a:uFillTx/>
                <a:latin typeface="Arial"/>
                <a:ea typeface="DejaVu Sans"/>
              </a:rPr>
              <a:t>Update its status to “Borrowed”.</a:t>
            </a:r>
            <a:endParaRPr b="0" lang="en-IN" sz="1600" strike="noStrike" u="none">
              <a:solidFill>
                <a:srgbClr val="000000"/>
              </a:solidFill>
              <a:effectLst/>
              <a:uFillTx/>
              <a:latin typeface="Arial"/>
            </a:endParaRPr>
          </a:p>
          <a:p>
            <a:pPr>
              <a:lnSpc>
                <a:spcPct val="100000"/>
              </a:lnSpc>
            </a:pPr>
            <a:r>
              <a:rPr b="0" lang="en-IN" sz="1600" strike="noStrike" u="none">
                <a:solidFill>
                  <a:srgbClr val="000000"/>
                </a:solidFill>
                <a:effectLst/>
                <a:uFillTx/>
                <a:latin typeface="Arial"/>
                <a:ea typeface="DejaVu Sans"/>
              </a:rPr>
              <a:t>Record transaction details.</a:t>
            </a:r>
            <a:endParaRPr b="0" lang="en-IN" sz="1600" strike="noStrike" u="none">
              <a:solidFill>
                <a:srgbClr val="000000"/>
              </a:solidFill>
              <a:effectLst/>
              <a:uFillTx/>
              <a:latin typeface="Arial"/>
            </a:endParaRPr>
          </a:p>
          <a:p>
            <a:pPr>
              <a:lnSpc>
                <a:spcPct val="100000"/>
              </a:lnSpc>
            </a:pPr>
            <a:r>
              <a:rPr b="0" lang="en-IN" sz="1600" strike="noStrike" u="none">
                <a:solidFill>
                  <a:srgbClr val="000000"/>
                </a:solidFill>
                <a:effectLst/>
                <a:uFillTx/>
                <a:latin typeface="Arial"/>
                <a:ea typeface="DejaVu Sans"/>
              </a:rPr>
              <a:t>Return Logic:</a:t>
            </a:r>
            <a:endParaRPr b="0" lang="en-IN" sz="1600" strike="noStrike" u="none">
              <a:solidFill>
                <a:srgbClr val="000000"/>
              </a:solidFill>
              <a:effectLst/>
              <a:uFillTx/>
              <a:latin typeface="Arial"/>
            </a:endParaRPr>
          </a:p>
          <a:p>
            <a:pPr>
              <a:lnSpc>
                <a:spcPct val="100000"/>
              </a:lnSpc>
            </a:pPr>
            <a:r>
              <a:rPr b="0" lang="en-IN" sz="1600" strike="noStrike" u="none">
                <a:solidFill>
                  <a:srgbClr val="000000"/>
                </a:solidFill>
                <a:effectLst/>
                <a:uFillTx/>
                <a:latin typeface="Arial"/>
                <a:ea typeface="DejaVu Sans"/>
              </a:rPr>
              <a:t>Check if the book is currently borrowed.</a:t>
            </a:r>
            <a:endParaRPr b="0" lang="en-IN" sz="1600" strike="noStrike" u="none">
              <a:solidFill>
                <a:srgbClr val="000000"/>
              </a:solidFill>
              <a:effectLst/>
              <a:uFillTx/>
              <a:latin typeface="Arial"/>
            </a:endParaRPr>
          </a:p>
          <a:p>
            <a:pPr>
              <a:lnSpc>
                <a:spcPct val="100000"/>
              </a:lnSpc>
            </a:pPr>
            <a:r>
              <a:rPr b="0" lang="en-IN" sz="1600" strike="noStrike" u="none">
                <a:solidFill>
                  <a:srgbClr val="000000"/>
                </a:solidFill>
                <a:effectLst/>
                <a:uFillTx/>
                <a:latin typeface="Arial"/>
                <a:ea typeface="DejaVu Sans"/>
              </a:rPr>
              <a:t>Update its status to “Available”.</a:t>
            </a:r>
            <a:endParaRPr b="0" lang="en-IN" sz="1600" strike="noStrike" u="none">
              <a:solidFill>
                <a:srgbClr val="000000"/>
              </a:solidFill>
              <a:effectLst/>
              <a:uFillTx/>
              <a:latin typeface="Arial"/>
            </a:endParaRPr>
          </a:p>
          <a:p>
            <a:pPr>
              <a:lnSpc>
                <a:spcPct val="100000"/>
              </a:lnSpc>
            </a:pPr>
            <a:r>
              <a:rPr b="0" lang="en-IN" sz="1600" strike="noStrike" u="none">
                <a:solidFill>
                  <a:srgbClr val="000000"/>
                </a:solidFill>
                <a:effectLst/>
                <a:uFillTx/>
                <a:latin typeface="Arial"/>
                <a:ea typeface="DejaVu Sans"/>
              </a:rPr>
              <a:t>Update return date in transaction record.</a:t>
            </a:r>
            <a:endParaRPr b="0" lang="en-IN" sz="1600" strike="noStrike" u="none">
              <a:solidFill>
                <a:srgbClr val="000000"/>
              </a:solidFill>
              <a:effectLst/>
              <a:uFillTx/>
              <a:latin typeface="Arial"/>
            </a:endParaRPr>
          </a:p>
          <a:p>
            <a:pPr>
              <a:lnSpc>
                <a:spcPct val="100000"/>
              </a:lnSpc>
            </a:pPr>
            <a:r>
              <a:rPr b="0" lang="en-IN" sz="1600" strike="noStrike" u="none">
                <a:solidFill>
                  <a:srgbClr val="000000"/>
                </a:solidFill>
                <a:effectLst/>
                <a:uFillTx/>
                <a:latin typeface="Arial"/>
                <a:ea typeface="DejaVu Sans"/>
              </a:rPr>
              <a:t>Admin Logic: Add, delete, or modify book details.</a:t>
            </a:r>
            <a:endParaRPr b="0" lang="en-IN" sz="1600" strike="noStrike" u="none">
              <a:solidFill>
                <a:srgbClr val="000000"/>
              </a:solidFill>
              <a:effectLst/>
              <a:uFillTx/>
              <a:latin typeface="Arial"/>
            </a:endParaRPr>
          </a:p>
          <a:p>
            <a:pPr>
              <a:lnSpc>
                <a:spcPct val="100000"/>
              </a:lnSpc>
            </a:pPr>
            <a:r>
              <a:rPr b="1" lang="en-IN" sz="2100" strike="noStrike" u="none">
                <a:solidFill>
                  <a:srgbClr val="000000"/>
                </a:solidFill>
                <a:effectLst/>
                <a:uFillTx/>
                <a:latin typeface="Arial"/>
                <a:ea typeface="DejaVu Sans"/>
              </a:rPr>
              <a:t>Example Processing Steps:</a:t>
            </a:r>
            <a:endParaRPr b="0" lang="en-IN" sz="2100" strike="noStrike" u="none">
              <a:solidFill>
                <a:srgbClr val="000000"/>
              </a:solidFill>
              <a:effectLst/>
              <a:uFillTx/>
              <a:latin typeface="Arial"/>
            </a:endParaRPr>
          </a:p>
          <a:p>
            <a:pPr>
              <a:lnSpc>
                <a:spcPct val="100000"/>
              </a:lnSpc>
            </a:pPr>
            <a:r>
              <a:rPr b="0" lang="en-IN" sz="1600" strike="noStrike" u="none">
                <a:solidFill>
                  <a:srgbClr val="000000"/>
                </a:solidFill>
                <a:effectLst/>
                <a:uFillTx/>
                <a:latin typeface="Liberation Mono;Courier New;DejaVu Sans Mono;Lucida Sans Typewriter"/>
                <a:ea typeface="DejaVu Sans"/>
              </a:rPr>
              <a:t>IF book_status == "Available"</a:t>
            </a:r>
            <a:endParaRPr b="0" lang="en-IN" sz="1600" strike="noStrike" u="none">
              <a:solidFill>
                <a:srgbClr val="000000"/>
              </a:solidFill>
              <a:effectLst/>
              <a:uFillTx/>
              <a:latin typeface="Arial"/>
            </a:endParaRPr>
          </a:p>
          <a:p>
            <a:pPr>
              <a:lnSpc>
                <a:spcPct val="100000"/>
              </a:lnSpc>
            </a:pPr>
            <a:r>
              <a:rPr b="0" lang="en-IN" sz="1600" strike="noStrike" u="none">
                <a:solidFill>
                  <a:srgbClr val="000000"/>
                </a:solidFill>
                <a:effectLst/>
                <a:uFillTx/>
                <a:latin typeface="Liberation Mono;Courier New;DejaVu Sans Mono;Lucida Sans Typewriter"/>
                <a:ea typeface="DejaVu Sans"/>
              </a:rPr>
              <a:t>    THEN allow borrowing</a:t>
            </a:r>
            <a:endParaRPr b="0" lang="en-IN" sz="1600" strike="noStrike" u="none">
              <a:solidFill>
                <a:srgbClr val="000000"/>
              </a:solidFill>
              <a:effectLst/>
              <a:uFillTx/>
              <a:latin typeface="Arial"/>
            </a:endParaRPr>
          </a:p>
          <a:p>
            <a:pPr>
              <a:lnSpc>
                <a:spcPct val="100000"/>
              </a:lnSpc>
            </a:pPr>
            <a:r>
              <a:rPr b="0" lang="en-IN" sz="1600" strike="noStrike" u="none">
                <a:solidFill>
                  <a:srgbClr val="000000"/>
                </a:solidFill>
                <a:effectLst/>
                <a:uFillTx/>
                <a:latin typeface="Liberation Mono;Courier New;DejaVu Sans Mono;Lucida Sans Typewriter"/>
                <a:ea typeface="DejaVu Sans"/>
              </a:rPr>
              <a:t>    UPDATE book_status = "Borrowed"</a:t>
            </a:r>
            <a:endParaRPr b="0" lang="en-IN" sz="1600" strike="noStrike" u="none">
              <a:solidFill>
                <a:srgbClr val="000000"/>
              </a:solidFill>
              <a:effectLst/>
              <a:uFillTx/>
              <a:latin typeface="Arial"/>
            </a:endParaRPr>
          </a:p>
          <a:p>
            <a:pPr>
              <a:lnSpc>
                <a:spcPct val="100000"/>
              </a:lnSpc>
            </a:pPr>
            <a:r>
              <a:rPr b="0" lang="en-IN" sz="1600" strike="noStrike" u="none">
                <a:solidFill>
                  <a:srgbClr val="000000"/>
                </a:solidFill>
                <a:effectLst/>
                <a:uFillTx/>
                <a:latin typeface="Liberation Mono;Courier New;DejaVu Sans Mono;Lucida Sans Typewriter"/>
                <a:ea typeface="DejaVu Sans"/>
              </a:rPr>
              <a:t>ELSE</a:t>
            </a:r>
            <a:endParaRPr b="0" lang="en-IN" sz="1600" strike="noStrike" u="none">
              <a:solidFill>
                <a:srgbClr val="000000"/>
              </a:solidFill>
              <a:effectLst/>
              <a:uFillTx/>
              <a:latin typeface="Arial"/>
            </a:endParaRPr>
          </a:p>
          <a:p>
            <a:pPr>
              <a:lnSpc>
                <a:spcPct val="100000"/>
              </a:lnSpc>
            </a:pPr>
            <a:r>
              <a:rPr b="0" lang="en-IN" sz="1600" strike="noStrike" u="none">
                <a:solidFill>
                  <a:srgbClr val="000000"/>
                </a:solidFill>
                <a:effectLst/>
                <a:uFillTx/>
                <a:latin typeface="Liberation Mono;Courier New;DejaVu Sans Mono;Lucida Sans Typewriter"/>
                <a:ea typeface="DejaVu Sans"/>
              </a:rPr>
              <a:t>    DISPLAY "Book not available" </a:t>
            </a:r>
            <a:endParaRPr b="0" lang="en-IN"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Rectangle 2">
            <a:extLst>
              <a:ext uri="{C183D7F6-B498-43B3-948B-1728B52AA6E4}">
                <adec:decorative xmlns:adec="http://schemas.microsoft.com/office/drawing/2017/decorative" val="1"/>
              </a:ext>
            </a:extLst>
          </p:cNvPr>
          <p:cNvSpPr/>
          <p:nvPr/>
        </p:nvSpPr>
        <p:spPr>
          <a:xfrm>
            <a:off x="1440" y="0"/>
            <a:ext cx="12190680" cy="6856560"/>
          </a:xfrm>
          <a:prstGeom prst="rect">
            <a:avLst/>
          </a:prstGeom>
          <a:solidFill>
            <a:srgbClr val="729fcf"/>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sp>
        <p:nvSpPr>
          <p:cNvPr id="150" name=""/>
          <p:cNvSpPr/>
          <p:nvPr/>
        </p:nvSpPr>
        <p:spPr>
          <a:xfrm>
            <a:off x="396360" y="0"/>
            <a:ext cx="10600920" cy="64861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IN" sz="3600" strike="noStrike" u="none">
                <a:solidFill>
                  <a:srgbClr val="000000"/>
                </a:solidFill>
                <a:effectLst/>
                <a:uFillTx/>
                <a:latin typeface="Arial"/>
              </a:rPr>
              <a:t>3</a:t>
            </a:r>
            <a:r>
              <a:rPr b="1" lang="en-IN" sz="2800" strike="noStrike" u="none">
                <a:solidFill>
                  <a:srgbClr val="000000"/>
                </a:solidFill>
                <a:effectLst/>
                <a:uFillTx/>
                <a:latin typeface="Arial"/>
              </a:rPr>
              <a:t>. Output Module</a:t>
            </a:r>
            <a:endParaRPr b="0" lang="en-IN" sz="2800" strike="noStrike" u="none">
              <a:solidFill>
                <a:srgbClr val="000000"/>
              </a:solidFill>
              <a:effectLst/>
              <a:uFillTx/>
              <a:latin typeface="Arial"/>
            </a:endParaRPr>
          </a:p>
          <a:p>
            <a:pPr>
              <a:lnSpc>
                <a:spcPct val="100000"/>
              </a:lnSpc>
            </a:pPr>
            <a:r>
              <a:rPr b="1" lang="en-IN" sz="2100" strike="noStrike" u="none">
                <a:solidFill>
                  <a:srgbClr val="000000"/>
                </a:solidFill>
                <a:effectLst/>
                <a:uFillTx/>
                <a:latin typeface="Arial"/>
              </a:rPr>
              <a:t>Purpose:</a:t>
            </a:r>
            <a:endParaRPr b="0" lang="en-IN" sz="2100" strike="noStrike" u="none">
              <a:solidFill>
                <a:srgbClr val="000000"/>
              </a:solidFill>
              <a:effectLst/>
              <a:uFillTx/>
              <a:latin typeface="Arial"/>
            </a:endParaRPr>
          </a:p>
          <a:p>
            <a:pPr>
              <a:lnSpc>
                <a:spcPct val="100000"/>
              </a:lnSpc>
            </a:pPr>
            <a:r>
              <a:rPr b="0" lang="en-IN" sz="2000" strike="noStrike" u="none">
                <a:solidFill>
                  <a:srgbClr val="000000"/>
                </a:solidFill>
                <a:effectLst/>
                <a:uFillTx/>
                <a:latin typeface="Arial"/>
              </a:rPr>
              <a:t>This module displays processed information and results back to the user in a clear and organized format.</a:t>
            </a:r>
            <a:endParaRPr b="0" lang="en-IN" sz="2000" strike="noStrike" u="none">
              <a:solidFill>
                <a:srgbClr val="000000"/>
              </a:solidFill>
              <a:effectLst/>
              <a:uFillTx/>
              <a:latin typeface="Arial"/>
            </a:endParaRPr>
          </a:p>
          <a:p>
            <a:pPr>
              <a:lnSpc>
                <a:spcPct val="100000"/>
              </a:lnSpc>
            </a:pPr>
            <a:r>
              <a:rPr b="1" lang="en-IN" sz="2100" strike="noStrike" u="none">
                <a:solidFill>
                  <a:srgbClr val="000000"/>
                </a:solidFill>
                <a:effectLst/>
                <a:uFillTx/>
                <a:latin typeface="Arial"/>
              </a:rPr>
              <a:t>Functions:</a:t>
            </a:r>
            <a:endParaRPr b="0" lang="en-IN" sz="2100" strike="noStrike" u="none">
              <a:solidFill>
                <a:srgbClr val="000000"/>
              </a:solidFill>
              <a:effectLst/>
              <a:uFillTx/>
              <a:latin typeface="Arial"/>
            </a:endParaRPr>
          </a:p>
          <a:p>
            <a:pPr>
              <a:lnSpc>
                <a:spcPct val="100000"/>
              </a:lnSpc>
            </a:pPr>
            <a:r>
              <a:rPr b="0" lang="en-IN" sz="2000" strike="noStrike" u="none">
                <a:solidFill>
                  <a:srgbClr val="000000"/>
                </a:solidFill>
                <a:effectLst/>
                <a:uFillTx/>
                <a:latin typeface="Arial"/>
              </a:rPr>
              <a:t>Show search results (book availability, details).</a:t>
            </a:r>
            <a:endParaRPr b="0" lang="en-IN" sz="2000" strike="noStrike" u="none">
              <a:solidFill>
                <a:srgbClr val="000000"/>
              </a:solidFill>
              <a:effectLst/>
              <a:uFillTx/>
              <a:latin typeface="Arial"/>
            </a:endParaRPr>
          </a:p>
          <a:p>
            <a:pPr>
              <a:lnSpc>
                <a:spcPct val="100000"/>
              </a:lnSpc>
            </a:pPr>
            <a:r>
              <a:rPr b="0" lang="en-IN" sz="2000" strike="noStrike" u="none">
                <a:solidFill>
                  <a:srgbClr val="000000"/>
                </a:solidFill>
                <a:effectLst/>
                <a:uFillTx/>
                <a:latin typeface="Arial"/>
              </a:rPr>
              <a:t>Confirm success/failure messages for borrow and return actions.</a:t>
            </a:r>
            <a:endParaRPr b="0" lang="en-IN" sz="2000" strike="noStrike" u="none">
              <a:solidFill>
                <a:srgbClr val="000000"/>
              </a:solidFill>
              <a:effectLst/>
              <a:uFillTx/>
              <a:latin typeface="Arial"/>
            </a:endParaRPr>
          </a:p>
          <a:p>
            <a:pPr>
              <a:lnSpc>
                <a:spcPct val="100000"/>
              </a:lnSpc>
            </a:pPr>
            <a:r>
              <a:rPr b="0" lang="en-IN" sz="2000" strike="noStrike" u="none">
                <a:solidFill>
                  <a:srgbClr val="000000"/>
                </a:solidFill>
                <a:effectLst/>
                <a:uFillTx/>
                <a:latin typeface="Arial"/>
              </a:rPr>
              <a:t>Display login or error messages.</a:t>
            </a:r>
            <a:endParaRPr b="0" lang="en-IN" sz="2000" strike="noStrike" u="none">
              <a:solidFill>
                <a:srgbClr val="000000"/>
              </a:solidFill>
              <a:effectLst/>
              <a:uFillTx/>
              <a:latin typeface="Arial"/>
            </a:endParaRPr>
          </a:p>
          <a:p>
            <a:pPr>
              <a:lnSpc>
                <a:spcPct val="100000"/>
              </a:lnSpc>
            </a:pPr>
            <a:r>
              <a:rPr b="0" lang="en-IN" sz="2000" strike="noStrike" u="none">
                <a:solidFill>
                  <a:srgbClr val="000000"/>
                </a:solidFill>
                <a:effectLst/>
                <a:uFillTx/>
                <a:latin typeface="Arial"/>
              </a:rPr>
              <a:t>For admin: Show lists of books, users, and transactions.</a:t>
            </a:r>
            <a:endParaRPr b="0" lang="en-IN" sz="2000" strike="noStrike" u="none">
              <a:solidFill>
                <a:srgbClr val="000000"/>
              </a:solidFill>
              <a:effectLst/>
              <a:uFillTx/>
              <a:latin typeface="Arial"/>
            </a:endParaRPr>
          </a:p>
          <a:p>
            <a:pPr>
              <a:lnSpc>
                <a:spcPct val="100000"/>
              </a:lnSpc>
            </a:pPr>
            <a:r>
              <a:rPr b="1" lang="en-IN" sz="2100" strike="noStrike" u="none">
                <a:solidFill>
                  <a:srgbClr val="000000"/>
                </a:solidFill>
                <a:effectLst/>
                <a:uFillTx/>
                <a:latin typeface="Arial"/>
              </a:rPr>
              <a:t>Outputs:</a:t>
            </a:r>
            <a:endParaRPr b="0" lang="en-IN" sz="2100" strike="noStrike" u="none">
              <a:solidFill>
                <a:srgbClr val="000000"/>
              </a:solidFill>
              <a:effectLst/>
              <a:uFillTx/>
              <a:latin typeface="Arial"/>
            </a:endParaRPr>
          </a:p>
          <a:p>
            <a:pPr>
              <a:lnSpc>
                <a:spcPct val="100000"/>
              </a:lnSpc>
            </a:pPr>
            <a:r>
              <a:rPr b="0" lang="en-IN" sz="2000" strike="noStrike" u="none">
                <a:solidFill>
                  <a:srgbClr val="000000"/>
                </a:solidFill>
                <a:effectLst/>
                <a:uFillTx/>
                <a:latin typeface="Arial"/>
              </a:rPr>
              <a:t>“Login Successful / Invalid Credentials”</a:t>
            </a:r>
            <a:endParaRPr b="0" lang="en-IN" sz="2000" strike="noStrike" u="none">
              <a:solidFill>
                <a:srgbClr val="000000"/>
              </a:solidFill>
              <a:effectLst/>
              <a:uFillTx/>
              <a:latin typeface="Arial"/>
            </a:endParaRPr>
          </a:p>
          <a:p>
            <a:pPr>
              <a:lnSpc>
                <a:spcPct val="100000"/>
              </a:lnSpc>
            </a:pPr>
            <a:r>
              <a:rPr b="0" lang="en-IN" sz="2000" strike="noStrike" u="none">
                <a:solidFill>
                  <a:srgbClr val="000000"/>
                </a:solidFill>
                <a:effectLst/>
                <a:uFillTx/>
                <a:latin typeface="Arial"/>
              </a:rPr>
              <a:t>“Book Borrowed Successfully”</a:t>
            </a:r>
            <a:endParaRPr b="0" lang="en-IN" sz="2000" strike="noStrike" u="none">
              <a:solidFill>
                <a:srgbClr val="000000"/>
              </a:solidFill>
              <a:effectLst/>
              <a:uFillTx/>
              <a:latin typeface="Arial"/>
            </a:endParaRPr>
          </a:p>
          <a:p>
            <a:pPr>
              <a:lnSpc>
                <a:spcPct val="100000"/>
              </a:lnSpc>
            </a:pPr>
            <a:r>
              <a:rPr b="0" lang="en-IN" sz="2000" strike="noStrike" u="none">
                <a:solidFill>
                  <a:srgbClr val="000000"/>
                </a:solidFill>
                <a:effectLst/>
                <a:uFillTx/>
                <a:latin typeface="Arial"/>
              </a:rPr>
              <a:t>“Book Not Found”</a:t>
            </a:r>
            <a:endParaRPr b="0" lang="en-IN" sz="2000" strike="noStrike" u="none">
              <a:solidFill>
                <a:srgbClr val="000000"/>
              </a:solidFill>
              <a:effectLst/>
              <a:uFillTx/>
              <a:latin typeface="Arial"/>
            </a:endParaRPr>
          </a:p>
          <a:p>
            <a:pPr>
              <a:lnSpc>
                <a:spcPct val="100000"/>
              </a:lnSpc>
            </a:pPr>
            <a:r>
              <a:rPr b="0" lang="en-IN" sz="2000" strike="noStrike" u="none">
                <a:solidFill>
                  <a:srgbClr val="000000"/>
                </a:solidFill>
                <a:effectLst/>
                <a:uFillTx/>
                <a:latin typeface="Arial"/>
              </a:rPr>
              <a:t>“Book Returned Successfully”</a:t>
            </a:r>
            <a:endParaRPr b="0" lang="en-IN" sz="2000" strike="noStrike" u="none">
              <a:solidFill>
                <a:srgbClr val="000000"/>
              </a:solidFill>
              <a:effectLst/>
              <a:uFillTx/>
              <a:latin typeface="Arial"/>
            </a:endParaRPr>
          </a:p>
          <a:p>
            <a:pPr>
              <a:lnSpc>
                <a:spcPct val="100000"/>
              </a:lnSpc>
            </a:pPr>
            <a:r>
              <a:rPr b="0" lang="en-IN" sz="2000" strike="noStrike" u="none">
                <a:solidFill>
                  <a:srgbClr val="000000"/>
                </a:solidFill>
                <a:effectLst/>
                <a:uFillTx/>
                <a:latin typeface="Arial"/>
              </a:rPr>
              <a:t>“Book Already Borrowed by Another User”</a:t>
            </a:r>
            <a:endParaRPr b="0" lang="en-IN" sz="2000" strike="noStrike" u="none">
              <a:solidFill>
                <a:srgbClr val="000000"/>
              </a:solidFill>
              <a:effectLst/>
              <a:uFillTx/>
              <a:latin typeface="Arial"/>
            </a:endParaRPr>
          </a:p>
          <a:p>
            <a:pPr>
              <a:lnSpc>
                <a:spcPct val="100000"/>
              </a:lnSpc>
            </a:pPr>
            <a:r>
              <a:rPr b="1" lang="en-IN" sz="2100" strike="noStrike" u="none">
                <a:solidFill>
                  <a:srgbClr val="000000"/>
                </a:solidFill>
                <a:effectLst/>
                <a:uFillTx/>
                <a:latin typeface="Arial"/>
              </a:rPr>
              <a:t>Example:</a:t>
            </a:r>
            <a:endParaRPr b="0" lang="en-IN" sz="2100" strike="noStrike" u="none">
              <a:solidFill>
                <a:srgbClr val="000000"/>
              </a:solidFill>
              <a:effectLst/>
              <a:uFillTx/>
              <a:latin typeface="Arial"/>
            </a:endParaRPr>
          </a:p>
          <a:p>
            <a:pPr>
              <a:lnSpc>
                <a:spcPct val="100000"/>
              </a:lnSpc>
            </a:pPr>
            <a:r>
              <a:rPr b="0" lang="en-IN" sz="2000" strike="noStrike" u="none">
                <a:solidFill>
                  <a:srgbClr val="000000"/>
                </a:solidFill>
                <a:effectLst/>
                <a:uFillTx/>
                <a:latin typeface="Liberation Mono;Courier New;DejaVu Sans Mono;Lucida Sans Typewriter"/>
              </a:rPr>
              <a:t>Book Title: Harry Potter</a:t>
            </a:r>
            <a:endParaRPr b="0" lang="en-IN" sz="2000" strike="noStrike" u="none">
              <a:solidFill>
                <a:srgbClr val="000000"/>
              </a:solidFill>
              <a:effectLst/>
              <a:uFillTx/>
              <a:latin typeface="Arial"/>
            </a:endParaRPr>
          </a:p>
          <a:p>
            <a:pPr>
              <a:lnSpc>
                <a:spcPct val="100000"/>
              </a:lnSpc>
            </a:pPr>
            <a:r>
              <a:rPr b="0" lang="en-IN" sz="2000" strike="noStrike" u="none">
                <a:solidFill>
                  <a:srgbClr val="000000"/>
                </a:solidFill>
                <a:effectLst/>
                <a:uFillTx/>
                <a:latin typeface="Liberation Mono;Courier New;DejaVu Sans Mono;Lucida Sans Typewriter"/>
              </a:rPr>
              <a:t>Status: Borrowed</a:t>
            </a:r>
            <a:endParaRPr b="0" lang="en-IN" sz="2000" strike="noStrike" u="none">
              <a:solidFill>
                <a:srgbClr val="000000"/>
              </a:solidFill>
              <a:effectLst/>
              <a:uFillTx/>
              <a:latin typeface="Arial"/>
            </a:endParaRPr>
          </a:p>
          <a:p>
            <a:pPr>
              <a:lnSpc>
                <a:spcPct val="100000"/>
              </a:lnSpc>
            </a:pPr>
            <a:r>
              <a:rPr b="0" lang="en-IN" sz="2000" strike="noStrike" u="none">
                <a:solidFill>
                  <a:srgbClr val="000000"/>
                </a:solidFill>
                <a:effectLst/>
                <a:uFillTx/>
                <a:latin typeface="Liberation Mono;Courier New;DejaVu Sans Mono;Lucida Sans Typewriter"/>
              </a:rPr>
              <a:t>Borrowed By: U101</a:t>
            </a:r>
            <a:endParaRPr b="0" lang="en-IN" sz="2000" strike="noStrike" u="none">
              <a:solidFill>
                <a:srgbClr val="000000"/>
              </a:solidFill>
              <a:effectLst/>
              <a:uFillTx/>
              <a:latin typeface="Arial"/>
            </a:endParaRPr>
          </a:p>
          <a:p>
            <a:pPr>
              <a:lnSpc>
                <a:spcPct val="100000"/>
              </a:lnSpc>
            </a:pPr>
            <a:r>
              <a:rPr b="0" lang="en-IN" sz="2000" strike="noStrike" u="none">
                <a:solidFill>
                  <a:srgbClr val="000000"/>
                </a:solidFill>
                <a:effectLst/>
                <a:uFillTx/>
                <a:latin typeface="Liberation Mono;Courier New;DejaVu Sans Mono;Lucida Sans Typewriter"/>
              </a:rPr>
              <a:t>Return Due Date: 10-Nov-2025 </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Rectangle 3">
            <a:extLst>
              <a:ext uri="{C183D7F6-B498-43B3-948B-1728B52AA6E4}">
                <adec:decorative xmlns:adec="http://schemas.microsoft.com/office/drawing/2017/decorative" val="1"/>
              </a:ext>
            </a:extLst>
          </p:cNvPr>
          <p:cNvSpPr/>
          <p:nvPr/>
        </p:nvSpPr>
        <p:spPr>
          <a:xfrm>
            <a:off x="0" y="0"/>
            <a:ext cx="12190680" cy="6856560"/>
          </a:xfrm>
          <a:prstGeom prst="rect">
            <a:avLst/>
          </a:prstGeom>
          <a:solidFill>
            <a:srgbClr val="729fcf"/>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sp>
        <p:nvSpPr>
          <p:cNvPr id="152" name=""/>
          <p:cNvSpPr/>
          <p:nvPr/>
        </p:nvSpPr>
        <p:spPr>
          <a:xfrm>
            <a:off x="1270080" y="0"/>
            <a:ext cx="7699680" cy="63637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IN" sz="3600" strike="noStrike" u="none">
                <a:solidFill>
                  <a:srgbClr val="000000"/>
                </a:solidFill>
                <a:effectLst/>
                <a:uFillTx/>
                <a:latin typeface="Arial"/>
              </a:rPr>
              <a:t>4. File Handling Module</a:t>
            </a:r>
            <a:endParaRPr b="0" lang="en-IN" sz="3600" strike="noStrike" u="none">
              <a:solidFill>
                <a:srgbClr val="000000"/>
              </a:solidFill>
              <a:effectLst/>
              <a:uFillTx/>
              <a:latin typeface="Arial"/>
            </a:endParaRPr>
          </a:p>
          <a:p>
            <a:pPr>
              <a:lnSpc>
                <a:spcPct val="100000"/>
              </a:lnSpc>
            </a:pPr>
            <a:r>
              <a:rPr b="1" lang="en-IN" sz="2400" strike="noStrike" u="none">
                <a:solidFill>
                  <a:srgbClr val="000000"/>
                </a:solidFill>
                <a:effectLst/>
                <a:uFillTx/>
                <a:latin typeface="Arial"/>
              </a:rPr>
              <a:t>Purpose:</a:t>
            </a:r>
            <a:endParaRPr b="0" lang="en-IN" sz="2400" strike="noStrike" u="none">
              <a:solidFill>
                <a:srgbClr val="000000"/>
              </a:solidFill>
              <a:effectLst/>
              <a:uFillTx/>
              <a:latin typeface="Arial"/>
            </a:endParaRPr>
          </a:p>
          <a:p>
            <a:pPr>
              <a:lnSpc>
                <a:spcPct val="100000"/>
              </a:lnSpc>
            </a:pPr>
            <a:r>
              <a:rPr b="0" lang="en-IN" sz="2000" strike="noStrike" u="none">
                <a:solidFill>
                  <a:srgbClr val="000000"/>
                </a:solidFill>
                <a:effectLst/>
                <a:uFillTx/>
                <a:latin typeface="Arial"/>
              </a:rPr>
              <a:t>This module manages data storage and retrieval operations. It ensures all user, book, and transaction data are saved persistently.</a:t>
            </a:r>
            <a:endParaRPr b="0" lang="en-IN" sz="2000" strike="noStrike" u="none">
              <a:solidFill>
                <a:srgbClr val="000000"/>
              </a:solidFill>
              <a:effectLst/>
              <a:uFillTx/>
              <a:latin typeface="Arial"/>
            </a:endParaRPr>
          </a:p>
          <a:p>
            <a:pPr>
              <a:lnSpc>
                <a:spcPct val="100000"/>
              </a:lnSpc>
            </a:pPr>
            <a:r>
              <a:rPr b="1" lang="en-IN" sz="2400" strike="noStrike" u="none">
                <a:solidFill>
                  <a:srgbClr val="000000"/>
                </a:solidFill>
                <a:effectLst/>
                <a:uFillTx/>
                <a:latin typeface="Arial"/>
              </a:rPr>
              <a:t>Functions:</a:t>
            </a:r>
            <a:endParaRPr b="0" lang="en-IN" sz="2400" strike="noStrike" u="none">
              <a:solidFill>
                <a:srgbClr val="000000"/>
              </a:solidFill>
              <a:effectLst/>
              <a:uFillTx/>
              <a:latin typeface="Arial"/>
            </a:endParaRPr>
          </a:p>
          <a:p>
            <a:pPr>
              <a:lnSpc>
                <a:spcPct val="100000"/>
              </a:lnSpc>
            </a:pPr>
            <a:r>
              <a:rPr b="0" lang="en-IN" sz="2000" strike="noStrike" u="none">
                <a:solidFill>
                  <a:srgbClr val="000000"/>
                </a:solidFill>
                <a:effectLst/>
                <a:uFillTx/>
                <a:latin typeface="Arial"/>
              </a:rPr>
              <a:t>Read Data: Load books, users, and transactions at startup.</a:t>
            </a:r>
            <a:endParaRPr b="0" lang="en-IN" sz="2000" strike="noStrike" u="none">
              <a:solidFill>
                <a:srgbClr val="000000"/>
              </a:solidFill>
              <a:effectLst/>
              <a:uFillTx/>
              <a:latin typeface="Arial"/>
            </a:endParaRPr>
          </a:p>
          <a:p>
            <a:pPr>
              <a:lnSpc>
                <a:spcPct val="100000"/>
              </a:lnSpc>
            </a:pPr>
            <a:r>
              <a:rPr b="0" lang="en-IN" sz="2000" strike="noStrike" u="none">
                <a:solidFill>
                  <a:srgbClr val="000000"/>
                </a:solidFill>
                <a:effectLst/>
                <a:uFillTx/>
                <a:latin typeface="Arial"/>
              </a:rPr>
              <a:t>Write Data: Save updated records after any operation (borrow/return/add/remove).</a:t>
            </a:r>
            <a:endParaRPr b="0" lang="en-IN" sz="2000" strike="noStrike" u="none">
              <a:solidFill>
                <a:srgbClr val="000000"/>
              </a:solidFill>
              <a:effectLst/>
              <a:uFillTx/>
              <a:latin typeface="Arial"/>
            </a:endParaRPr>
          </a:p>
          <a:p>
            <a:pPr>
              <a:lnSpc>
                <a:spcPct val="100000"/>
              </a:lnSpc>
            </a:pPr>
            <a:r>
              <a:rPr b="0" lang="en-IN" sz="2000" strike="noStrike" u="none">
                <a:solidFill>
                  <a:srgbClr val="000000"/>
                </a:solidFill>
                <a:effectLst/>
                <a:uFillTx/>
                <a:latin typeface="Arial"/>
              </a:rPr>
              <a:t>Backup: Create backup copies of data files.</a:t>
            </a:r>
            <a:endParaRPr b="0" lang="en-IN" sz="2000" strike="noStrike" u="none">
              <a:solidFill>
                <a:srgbClr val="000000"/>
              </a:solidFill>
              <a:effectLst/>
              <a:uFillTx/>
              <a:latin typeface="Arial"/>
            </a:endParaRPr>
          </a:p>
          <a:p>
            <a:pPr>
              <a:lnSpc>
                <a:spcPct val="100000"/>
              </a:lnSpc>
            </a:pPr>
            <a:r>
              <a:rPr b="0" lang="en-IN" sz="2000" strike="noStrike" u="none">
                <a:solidFill>
                  <a:srgbClr val="000000"/>
                </a:solidFill>
                <a:effectLst/>
                <a:uFillTx/>
                <a:latin typeface="Arial"/>
              </a:rPr>
              <a:t>Search Files: Locate specific entries efficiently.</a:t>
            </a:r>
            <a:endParaRPr b="0" lang="en-IN" sz="2000" strike="noStrike" u="none">
              <a:solidFill>
                <a:srgbClr val="000000"/>
              </a:solidFill>
              <a:effectLst/>
              <a:uFillTx/>
              <a:latin typeface="Arial"/>
            </a:endParaRPr>
          </a:p>
          <a:p>
            <a:pPr>
              <a:lnSpc>
                <a:spcPct val="100000"/>
              </a:lnSpc>
            </a:pPr>
            <a:r>
              <a:rPr b="1" lang="en-IN" sz="2400" strike="noStrike" u="none">
                <a:solidFill>
                  <a:srgbClr val="000000"/>
                </a:solidFill>
                <a:effectLst/>
                <a:uFillTx/>
                <a:latin typeface="Arial"/>
              </a:rPr>
              <a:t>Files Used:</a:t>
            </a:r>
            <a:endParaRPr b="0" lang="en-IN" sz="2400" strike="noStrike" u="none">
              <a:solidFill>
                <a:srgbClr val="000000"/>
              </a:solidFill>
              <a:effectLst/>
              <a:uFillTx/>
              <a:latin typeface="Arial"/>
            </a:endParaRPr>
          </a:p>
          <a:p>
            <a:pPr>
              <a:lnSpc>
                <a:spcPct val="100000"/>
              </a:lnSpc>
            </a:pPr>
            <a:r>
              <a:rPr b="0" lang="en-IN" sz="2000" strike="noStrike" u="none">
                <a:solidFill>
                  <a:srgbClr val="000000"/>
                </a:solidFill>
                <a:effectLst/>
                <a:uFillTx/>
                <a:latin typeface="Arial"/>
              </a:rPr>
              <a:t>books.txt → Stores book details (book_id, title, author, status)</a:t>
            </a:r>
            <a:endParaRPr b="0" lang="en-IN" sz="2000" strike="noStrike" u="none">
              <a:solidFill>
                <a:srgbClr val="000000"/>
              </a:solidFill>
              <a:effectLst/>
              <a:uFillTx/>
              <a:latin typeface="Arial"/>
            </a:endParaRPr>
          </a:p>
          <a:p>
            <a:pPr>
              <a:lnSpc>
                <a:spcPct val="100000"/>
              </a:lnSpc>
            </a:pPr>
            <a:r>
              <a:rPr b="0" lang="en-IN" sz="2000" strike="noStrike" u="none">
                <a:solidFill>
                  <a:srgbClr val="000000"/>
                </a:solidFill>
                <a:effectLst/>
                <a:uFillTx/>
                <a:latin typeface="Arial"/>
              </a:rPr>
              <a:t>users.txt → Stores user data (user_id, name, password)</a:t>
            </a:r>
            <a:endParaRPr b="0" lang="en-IN" sz="2000" strike="noStrike" u="none">
              <a:solidFill>
                <a:srgbClr val="000000"/>
              </a:solidFill>
              <a:effectLst/>
              <a:uFillTx/>
              <a:latin typeface="Arial"/>
            </a:endParaRPr>
          </a:p>
          <a:p>
            <a:pPr>
              <a:lnSpc>
                <a:spcPct val="100000"/>
              </a:lnSpc>
            </a:pPr>
            <a:r>
              <a:rPr b="0" lang="en-IN" sz="2000" strike="noStrike" u="none">
                <a:solidFill>
                  <a:srgbClr val="000000"/>
                </a:solidFill>
                <a:effectLst/>
                <a:uFillTx/>
                <a:latin typeface="Arial"/>
              </a:rPr>
              <a:t>transactions.txt → Stores borrow/return records</a:t>
            </a:r>
            <a:endParaRPr b="0" lang="en-IN" sz="2000" strike="noStrike" u="none">
              <a:solidFill>
                <a:srgbClr val="000000"/>
              </a:solidFill>
              <a:effectLst/>
              <a:uFillTx/>
              <a:latin typeface="Arial"/>
            </a:endParaRPr>
          </a:p>
          <a:p>
            <a:pPr>
              <a:lnSpc>
                <a:spcPct val="100000"/>
              </a:lnSpc>
            </a:pPr>
            <a:r>
              <a:rPr b="1" lang="en-IN" sz="2400" strike="noStrike" u="none">
                <a:solidFill>
                  <a:srgbClr val="000000"/>
                </a:solidFill>
                <a:effectLst/>
                <a:uFillTx/>
                <a:latin typeface="Arial"/>
              </a:rPr>
              <a:t>Example File Format:</a:t>
            </a:r>
            <a:endParaRPr b="0" lang="en-IN" sz="2400" strike="noStrike" u="none">
              <a:solidFill>
                <a:srgbClr val="000000"/>
              </a:solidFill>
              <a:effectLst/>
              <a:uFillTx/>
              <a:latin typeface="Arial"/>
            </a:endParaRPr>
          </a:p>
          <a:p>
            <a:pPr>
              <a:lnSpc>
                <a:spcPct val="100000"/>
              </a:lnSpc>
            </a:pPr>
            <a:r>
              <a:rPr b="0" lang="en-IN" sz="2000" strike="noStrike" u="none">
                <a:solidFill>
                  <a:srgbClr val="000000"/>
                </a:solidFill>
                <a:effectLst/>
                <a:uFillTx/>
                <a:latin typeface="Arial"/>
              </a:rPr>
              <a:t>books.txt</a:t>
            </a:r>
            <a:endParaRPr b="0" lang="en-IN" sz="2000" strike="noStrike" u="none">
              <a:solidFill>
                <a:srgbClr val="000000"/>
              </a:solidFill>
              <a:effectLst/>
              <a:uFillTx/>
              <a:latin typeface="Arial"/>
            </a:endParaRPr>
          </a:p>
          <a:p>
            <a:pPr>
              <a:lnSpc>
                <a:spcPct val="100000"/>
              </a:lnSpc>
            </a:pPr>
            <a:r>
              <a:rPr b="0" lang="en-IN" sz="2000" strike="noStrike" u="none">
                <a:solidFill>
                  <a:srgbClr val="000000"/>
                </a:solidFill>
                <a:effectLst/>
                <a:uFillTx/>
                <a:latin typeface="Liberation Mono;Courier New;DejaVu Sans Mono;Lucida Sans Typewriter"/>
              </a:rPr>
              <a:t>B001, Harry Potter, J.K. Rowling, Available</a:t>
            </a:r>
            <a:endParaRPr b="0" lang="en-IN" sz="2000" strike="noStrike" u="none">
              <a:solidFill>
                <a:srgbClr val="000000"/>
              </a:solidFill>
              <a:effectLst/>
              <a:uFillTx/>
              <a:latin typeface="Arial"/>
            </a:endParaRPr>
          </a:p>
          <a:p>
            <a:pPr>
              <a:lnSpc>
                <a:spcPct val="100000"/>
              </a:lnSpc>
            </a:pPr>
            <a:r>
              <a:rPr b="0" lang="en-IN" sz="2000" strike="noStrike" u="none">
                <a:solidFill>
                  <a:srgbClr val="000000"/>
                </a:solidFill>
                <a:effectLst/>
                <a:uFillTx/>
                <a:latin typeface="Liberation Mono;Courier New;DejaVu Sans Mono;Lucida Sans Typewriter"/>
              </a:rPr>
              <a:t>B002, The Hobbit, J.R.R. Tolkien, Borrowed </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Rectangle 8">
            <a:extLst>
              <a:ext uri="{C183D7F6-B498-43B3-948B-1728B52AA6E4}">
                <adec:decorative xmlns:adec="http://schemas.microsoft.com/office/drawing/2017/decorative" val="1"/>
              </a:ext>
            </a:extLst>
          </p:cNvPr>
          <p:cNvSpPr/>
          <p:nvPr/>
        </p:nvSpPr>
        <p:spPr>
          <a:xfrm>
            <a:off x="0" y="0"/>
            <a:ext cx="12190680" cy="6856560"/>
          </a:xfrm>
          <a:prstGeom prst="rect">
            <a:avLst/>
          </a:prstGeom>
          <a:solidFill>
            <a:srgbClr val="729fcf"/>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sp>
        <p:nvSpPr>
          <p:cNvPr id="154" name=""/>
          <p:cNvSpPr/>
          <p:nvPr/>
        </p:nvSpPr>
        <p:spPr>
          <a:xfrm>
            <a:off x="4058640" y="0"/>
            <a:ext cx="5074920" cy="59094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IN" sz="4200" strike="noStrike" u="none">
                <a:solidFill>
                  <a:srgbClr val="000000"/>
                </a:solidFill>
                <a:effectLst/>
                <a:uFillTx/>
                <a:latin typeface="Arial"/>
              </a:rPr>
              <a:t>Summary Table</a:t>
            </a:r>
            <a:endParaRPr b="0" lang="en-IN" sz="4200" strike="noStrike" u="none">
              <a:solidFill>
                <a:srgbClr val="000000"/>
              </a:solidFill>
              <a:effectLst/>
              <a:uFillTx/>
              <a:latin typeface="Arial"/>
            </a:endParaRPr>
          </a:p>
          <a:p>
            <a:pPr>
              <a:lnSpc>
                <a:spcPct val="100000"/>
              </a:lnSpc>
            </a:pPr>
            <a:r>
              <a:rPr b="0" lang="en-IN" sz="2200" strike="noStrike" u="none">
                <a:solidFill>
                  <a:srgbClr val="000000"/>
                </a:solidFill>
                <a:effectLst/>
                <a:uFillTx/>
                <a:latin typeface="Arial"/>
              </a:rPr>
              <a:t>Module</a:t>
            </a:r>
            <a:endParaRPr b="0" lang="en-IN" sz="2200" strike="noStrike" u="none">
              <a:solidFill>
                <a:srgbClr val="000000"/>
              </a:solidFill>
              <a:effectLst/>
              <a:uFillTx/>
              <a:latin typeface="Arial"/>
            </a:endParaRPr>
          </a:p>
          <a:p>
            <a:pPr>
              <a:lnSpc>
                <a:spcPct val="100000"/>
              </a:lnSpc>
            </a:pPr>
            <a:r>
              <a:rPr b="0" lang="en-IN" sz="2200" strike="noStrike" u="none">
                <a:solidFill>
                  <a:srgbClr val="000000"/>
                </a:solidFill>
                <a:effectLst/>
                <a:uFillTx/>
                <a:latin typeface="Arial"/>
              </a:rPr>
              <a:t>Description</a:t>
            </a:r>
            <a:endParaRPr b="0" lang="en-IN" sz="2200" strike="noStrike" u="none">
              <a:solidFill>
                <a:srgbClr val="000000"/>
              </a:solidFill>
              <a:effectLst/>
              <a:uFillTx/>
              <a:latin typeface="Arial"/>
            </a:endParaRPr>
          </a:p>
          <a:p>
            <a:pPr>
              <a:lnSpc>
                <a:spcPct val="100000"/>
              </a:lnSpc>
            </a:pPr>
            <a:r>
              <a:rPr b="0" lang="en-IN" sz="2200" strike="noStrike" u="none">
                <a:solidFill>
                  <a:srgbClr val="000000"/>
                </a:solidFill>
                <a:effectLst/>
                <a:uFillTx/>
                <a:latin typeface="Arial"/>
              </a:rPr>
              <a:t>Key Functions</a:t>
            </a:r>
            <a:endParaRPr b="0" lang="en-IN" sz="2200" strike="noStrike" u="none">
              <a:solidFill>
                <a:srgbClr val="000000"/>
              </a:solidFill>
              <a:effectLst/>
              <a:uFillTx/>
              <a:latin typeface="Arial"/>
            </a:endParaRPr>
          </a:p>
          <a:p>
            <a:pPr>
              <a:lnSpc>
                <a:spcPct val="100000"/>
              </a:lnSpc>
            </a:pPr>
            <a:r>
              <a:rPr b="0" lang="en-IN" sz="2200" strike="noStrike" u="none">
                <a:solidFill>
                  <a:srgbClr val="000000"/>
                </a:solidFill>
                <a:effectLst/>
                <a:uFillTx/>
                <a:latin typeface="Arial"/>
              </a:rPr>
              <a:t>Input Module</a:t>
            </a:r>
            <a:endParaRPr b="0" lang="en-IN" sz="2200" strike="noStrike" u="none">
              <a:solidFill>
                <a:srgbClr val="000000"/>
              </a:solidFill>
              <a:effectLst/>
              <a:uFillTx/>
              <a:latin typeface="Arial"/>
            </a:endParaRPr>
          </a:p>
          <a:p>
            <a:pPr>
              <a:lnSpc>
                <a:spcPct val="100000"/>
              </a:lnSpc>
            </a:pPr>
            <a:r>
              <a:rPr b="0" lang="en-IN" sz="2200" strike="noStrike" u="none">
                <a:solidFill>
                  <a:srgbClr val="000000"/>
                </a:solidFill>
                <a:effectLst/>
                <a:uFillTx/>
                <a:latin typeface="Arial"/>
              </a:rPr>
              <a:t>Captures all user/admin inputs.</a:t>
            </a:r>
            <a:endParaRPr b="0" lang="en-IN" sz="2200" strike="noStrike" u="none">
              <a:solidFill>
                <a:srgbClr val="000000"/>
              </a:solidFill>
              <a:effectLst/>
              <a:uFillTx/>
              <a:latin typeface="Arial"/>
            </a:endParaRPr>
          </a:p>
          <a:p>
            <a:pPr>
              <a:lnSpc>
                <a:spcPct val="100000"/>
              </a:lnSpc>
            </a:pPr>
            <a:r>
              <a:rPr b="0" lang="en-IN" sz="2200" strike="noStrike" u="none">
                <a:solidFill>
                  <a:srgbClr val="000000"/>
                </a:solidFill>
                <a:effectLst/>
                <a:uFillTx/>
                <a:latin typeface="Arial"/>
              </a:rPr>
              <a:t>Login, Search, Borrow, Return inputs</a:t>
            </a:r>
            <a:endParaRPr b="0" lang="en-IN" sz="2200" strike="noStrike" u="none">
              <a:solidFill>
                <a:srgbClr val="000000"/>
              </a:solidFill>
              <a:effectLst/>
              <a:uFillTx/>
              <a:latin typeface="Arial"/>
            </a:endParaRPr>
          </a:p>
          <a:p>
            <a:pPr>
              <a:lnSpc>
                <a:spcPct val="100000"/>
              </a:lnSpc>
            </a:pPr>
            <a:r>
              <a:rPr b="0" lang="en-IN" sz="2200" strike="noStrike" u="none">
                <a:solidFill>
                  <a:srgbClr val="000000"/>
                </a:solidFill>
                <a:effectLst/>
                <a:uFillTx/>
                <a:latin typeface="Arial"/>
              </a:rPr>
              <a:t>Processing Module</a:t>
            </a:r>
            <a:endParaRPr b="0" lang="en-IN" sz="2200" strike="noStrike" u="none">
              <a:solidFill>
                <a:srgbClr val="000000"/>
              </a:solidFill>
              <a:effectLst/>
              <a:uFillTx/>
              <a:latin typeface="Arial"/>
            </a:endParaRPr>
          </a:p>
          <a:p>
            <a:pPr>
              <a:lnSpc>
                <a:spcPct val="100000"/>
              </a:lnSpc>
            </a:pPr>
            <a:r>
              <a:rPr b="0" lang="en-IN" sz="2200" strike="noStrike" u="none">
                <a:solidFill>
                  <a:srgbClr val="000000"/>
                </a:solidFill>
                <a:effectLst/>
                <a:uFillTx/>
                <a:latin typeface="Arial"/>
              </a:rPr>
              <a:t>Executes logic and rules.</a:t>
            </a:r>
            <a:endParaRPr b="0" lang="en-IN" sz="2200" strike="noStrike" u="none">
              <a:solidFill>
                <a:srgbClr val="000000"/>
              </a:solidFill>
              <a:effectLst/>
              <a:uFillTx/>
              <a:latin typeface="Arial"/>
            </a:endParaRPr>
          </a:p>
          <a:p>
            <a:pPr>
              <a:lnSpc>
                <a:spcPct val="100000"/>
              </a:lnSpc>
            </a:pPr>
            <a:r>
              <a:rPr b="0" lang="en-IN" sz="2200" strike="noStrike" u="none">
                <a:solidFill>
                  <a:srgbClr val="000000"/>
                </a:solidFill>
                <a:effectLst/>
                <a:uFillTx/>
                <a:latin typeface="Arial"/>
              </a:rPr>
              <a:t>Authentication, Search, Update records</a:t>
            </a:r>
            <a:endParaRPr b="0" lang="en-IN" sz="2200" strike="noStrike" u="none">
              <a:solidFill>
                <a:srgbClr val="000000"/>
              </a:solidFill>
              <a:effectLst/>
              <a:uFillTx/>
              <a:latin typeface="Arial"/>
            </a:endParaRPr>
          </a:p>
          <a:p>
            <a:pPr>
              <a:lnSpc>
                <a:spcPct val="100000"/>
              </a:lnSpc>
            </a:pPr>
            <a:r>
              <a:rPr b="0" lang="en-IN" sz="2200" strike="noStrike" u="none">
                <a:solidFill>
                  <a:srgbClr val="000000"/>
                </a:solidFill>
                <a:effectLst/>
                <a:uFillTx/>
                <a:latin typeface="Arial"/>
              </a:rPr>
              <a:t>Output Module</a:t>
            </a:r>
            <a:endParaRPr b="0" lang="en-IN" sz="2200" strike="noStrike" u="none">
              <a:solidFill>
                <a:srgbClr val="000000"/>
              </a:solidFill>
              <a:effectLst/>
              <a:uFillTx/>
              <a:latin typeface="Arial"/>
            </a:endParaRPr>
          </a:p>
          <a:p>
            <a:pPr>
              <a:lnSpc>
                <a:spcPct val="100000"/>
              </a:lnSpc>
            </a:pPr>
            <a:r>
              <a:rPr b="0" lang="en-IN" sz="2200" strike="noStrike" u="none">
                <a:solidFill>
                  <a:srgbClr val="000000"/>
                </a:solidFill>
                <a:effectLst/>
                <a:uFillTx/>
                <a:latin typeface="Arial"/>
              </a:rPr>
              <a:t>Displays system results.</a:t>
            </a:r>
            <a:endParaRPr b="0" lang="en-IN" sz="2200" strike="noStrike" u="none">
              <a:solidFill>
                <a:srgbClr val="000000"/>
              </a:solidFill>
              <a:effectLst/>
              <a:uFillTx/>
              <a:latin typeface="Arial"/>
            </a:endParaRPr>
          </a:p>
          <a:p>
            <a:pPr>
              <a:lnSpc>
                <a:spcPct val="100000"/>
              </a:lnSpc>
            </a:pPr>
            <a:r>
              <a:rPr b="0" lang="en-IN" sz="2200" strike="noStrike" u="none">
                <a:solidFill>
                  <a:srgbClr val="000000"/>
                </a:solidFill>
                <a:effectLst/>
                <a:uFillTx/>
                <a:latin typeface="Arial"/>
              </a:rPr>
              <a:t>Show messages, book status, reports</a:t>
            </a:r>
            <a:endParaRPr b="0" lang="en-IN" sz="2200" strike="noStrike" u="none">
              <a:solidFill>
                <a:srgbClr val="000000"/>
              </a:solidFill>
              <a:effectLst/>
              <a:uFillTx/>
              <a:latin typeface="Arial"/>
            </a:endParaRPr>
          </a:p>
          <a:p>
            <a:pPr>
              <a:lnSpc>
                <a:spcPct val="100000"/>
              </a:lnSpc>
            </a:pPr>
            <a:r>
              <a:rPr b="0" lang="en-IN" sz="2200" strike="noStrike" u="none">
                <a:solidFill>
                  <a:srgbClr val="000000"/>
                </a:solidFill>
                <a:effectLst/>
                <a:uFillTx/>
                <a:latin typeface="Arial"/>
              </a:rPr>
              <a:t>File Handling Module</a:t>
            </a:r>
            <a:endParaRPr b="0" lang="en-IN" sz="2200" strike="noStrike" u="none">
              <a:solidFill>
                <a:srgbClr val="000000"/>
              </a:solidFill>
              <a:effectLst/>
              <a:uFillTx/>
              <a:latin typeface="Arial"/>
            </a:endParaRPr>
          </a:p>
          <a:p>
            <a:pPr>
              <a:lnSpc>
                <a:spcPct val="100000"/>
              </a:lnSpc>
            </a:pPr>
            <a:r>
              <a:rPr b="0" lang="en-IN" sz="2200" strike="noStrike" u="none">
                <a:solidFill>
                  <a:srgbClr val="000000"/>
                </a:solidFill>
                <a:effectLst/>
                <a:uFillTx/>
                <a:latin typeface="Arial"/>
              </a:rPr>
              <a:t>Handles data persistence.</a:t>
            </a:r>
            <a:endParaRPr b="0" lang="en-IN" sz="2200" strike="noStrike" u="none">
              <a:solidFill>
                <a:srgbClr val="000000"/>
              </a:solidFill>
              <a:effectLst/>
              <a:uFillTx/>
              <a:latin typeface="Arial"/>
            </a:endParaRPr>
          </a:p>
          <a:p>
            <a:pPr>
              <a:lnSpc>
                <a:spcPct val="100000"/>
              </a:lnSpc>
            </a:pPr>
            <a:r>
              <a:rPr b="0" lang="en-IN" sz="2200" strike="noStrike" u="none">
                <a:solidFill>
                  <a:srgbClr val="000000"/>
                </a:solidFill>
                <a:effectLst/>
                <a:uFillTx/>
                <a:latin typeface="Arial"/>
              </a:rPr>
              <a:t>Read/write user, book, transaction data</a:t>
            </a:r>
            <a:endParaRPr b="0" lang="en-IN" sz="2200" strike="noStrike" u="none">
              <a:solidFill>
                <a:srgbClr val="000000"/>
              </a:solidFill>
              <a:effectLst/>
              <a:uFillTx/>
              <a:latin typeface="Arial"/>
            </a:endParaRPr>
          </a:p>
          <a:p>
            <a:pPr>
              <a:lnSpc>
                <a:spcPct val="100000"/>
              </a:lnSpc>
            </a:pPr>
            <a:endParaRPr b="0" lang="en-IN"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
          <p:cNvSpPr txBox="1"/>
          <p:nvPr/>
        </p:nvSpPr>
        <p:spPr>
          <a:xfrm>
            <a:off x="1150200" y="236880"/>
            <a:ext cx="5949720" cy="6379560"/>
          </a:xfrm>
          <a:prstGeom prst="rect">
            <a:avLst/>
          </a:prstGeom>
          <a:noFill/>
          <a:ln w="0">
            <a:noFill/>
          </a:ln>
        </p:spPr>
        <p:txBody>
          <a:bodyPr lIns="90000" rIns="90000" tIns="45000" bIns="45000" anchor="t">
            <a:spAutoFit/>
          </a:bodyPr>
          <a:p>
            <a:r>
              <a:rPr b="1" lang="en-IN" sz="2100" strike="noStrike" u="none">
                <a:solidFill>
                  <a:srgbClr val="000000"/>
                </a:solidFill>
                <a:effectLst/>
                <a:uFillTx/>
                <a:latin typeface="Arial"/>
              </a:rPr>
              <a:t>Techniques Used</a:t>
            </a:r>
            <a:endParaRPr b="1" lang="en-IN" sz="2100" strike="noStrike" u="none">
              <a:solidFill>
                <a:srgbClr val="000000"/>
              </a:solidFill>
              <a:effectLst/>
              <a:uFillTx/>
              <a:latin typeface="Arial"/>
            </a:endParaRPr>
          </a:p>
          <a:p>
            <a:r>
              <a:rPr b="1" lang="en-IN" sz="1500" strike="noStrike" u="none">
                <a:solidFill>
                  <a:srgbClr val="000000"/>
                </a:solidFill>
                <a:effectLst/>
                <a:uFillTx/>
                <a:latin typeface="Arial"/>
              </a:rPr>
              <a:t>🟩 1. Loops and Conditional Statements</a:t>
            </a:r>
            <a:endParaRPr b="1" lang="en-IN" sz="1500" strike="noStrike" u="none">
              <a:solidFill>
                <a:srgbClr val="000000"/>
              </a:solidFill>
              <a:effectLst/>
              <a:uFillTx/>
              <a:latin typeface="Arial"/>
            </a:endParaRPr>
          </a:p>
          <a:p>
            <a:r>
              <a:rPr b="0" lang="en-IN" sz="1200" strike="noStrike" u="none">
                <a:solidFill>
                  <a:srgbClr val="000000"/>
                </a:solidFill>
                <a:effectLst/>
                <a:uFillTx/>
                <a:latin typeface="Arial"/>
              </a:rPr>
              <a:t>Used for iterating through records (books, users, transactions) and for decision-making logic.</a:t>
            </a:r>
            <a:endParaRPr b="0" lang="en-IN" sz="1200" strike="noStrike" u="none">
              <a:solidFill>
                <a:srgbClr val="000000"/>
              </a:solidFill>
              <a:effectLst/>
              <a:uFillTx/>
              <a:latin typeface="Arial"/>
            </a:endParaRPr>
          </a:p>
          <a:p>
            <a:r>
              <a:rPr b="0" lang="en-IN" sz="1200" strike="noStrike" u="none">
                <a:solidFill>
                  <a:srgbClr val="000000"/>
                </a:solidFill>
                <a:effectLst/>
                <a:uFillTx/>
                <a:latin typeface="Arial"/>
              </a:rPr>
              <a:t>Examples:</a:t>
            </a:r>
            <a:endParaRPr b="0" lang="en-IN" sz="1200" strike="noStrike" u="none">
              <a:solidFill>
                <a:srgbClr val="000000"/>
              </a:solidFill>
              <a:effectLst/>
              <a:uFillTx/>
              <a:latin typeface="Arial"/>
            </a:endParaRPr>
          </a:p>
          <a:p>
            <a:r>
              <a:rPr b="0" lang="en-IN" sz="1200" strike="noStrike" u="none">
                <a:solidFill>
                  <a:srgbClr val="000000"/>
                </a:solidFill>
                <a:effectLst/>
                <a:uFillTx/>
                <a:latin typeface="Arial"/>
              </a:rPr>
              <a:t>Loops:</a:t>
            </a:r>
            <a:endParaRPr b="0" lang="en-IN" sz="1200" strike="noStrike" u="none">
              <a:solidFill>
                <a:srgbClr val="000000"/>
              </a:solidFill>
              <a:effectLst/>
              <a:uFillTx/>
              <a:latin typeface="Arial"/>
            </a:endParaRPr>
          </a:p>
          <a:p>
            <a:r>
              <a:rPr b="0" lang="en-IN" sz="1200" strike="noStrike" u="none">
                <a:solidFill>
                  <a:srgbClr val="000000"/>
                </a:solidFill>
                <a:effectLst/>
                <a:uFillTx/>
                <a:latin typeface="Arial"/>
              </a:rPr>
              <a:t>To display all books from the catalog.</a:t>
            </a:r>
            <a:endParaRPr b="0" lang="en-IN" sz="1200" strike="noStrike" u="none">
              <a:solidFill>
                <a:srgbClr val="000000"/>
              </a:solidFill>
              <a:effectLst/>
              <a:uFillTx/>
              <a:latin typeface="Arial"/>
            </a:endParaRPr>
          </a:p>
          <a:p>
            <a:r>
              <a:rPr b="0" lang="en-IN" sz="1200" strike="noStrike" u="none">
                <a:solidFill>
                  <a:srgbClr val="000000"/>
                </a:solidFill>
                <a:effectLst/>
                <a:uFillTx/>
                <a:latin typeface="Arial"/>
              </a:rPr>
              <a:t>To continuously accept user actions until they choose to exit.</a:t>
            </a:r>
            <a:endParaRPr b="0" lang="en-IN" sz="1200" strike="noStrike" u="none">
              <a:solidFill>
                <a:srgbClr val="000000"/>
              </a:solidFill>
              <a:effectLst/>
              <a:uFillTx/>
              <a:latin typeface="Arial"/>
            </a:endParaRPr>
          </a:p>
          <a:p>
            <a:r>
              <a:rPr b="0" lang="en-IN" sz="1200" strike="noStrike" u="none">
                <a:solidFill>
                  <a:srgbClr val="000000"/>
                </a:solidFill>
                <a:effectLst/>
                <a:uFillTx/>
                <a:latin typeface="Arial"/>
              </a:rPr>
              <a:t>Conditionals:</a:t>
            </a:r>
            <a:endParaRPr b="0" lang="en-IN" sz="1200" strike="noStrike" u="none">
              <a:solidFill>
                <a:srgbClr val="000000"/>
              </a:solidFill>
              <a:effectLst/>
              <a:uFillTx/>
              <a:latin typeface="Arial"/>
            </a:endParaRPr>
          </a:p>
          <a:p>
            <a:r>
              <a:rPr b="0" lang="en-IN" sz="1200" strike="noStrike" u="none">
                <a:solidFill>
                  <a:srgbClr val="000000"/>
                </a:solidFill>
                <a:effectLst/>
                <a:uFillTx/>
                <a:latin typeface="Arial"/>
              </a:rPr>
              <a:t>To check if a book is available before borrowing.</a:t>
            </a:r>
            <a:endParaRPr b="0" lang="en-IN" sz="1200" strike="noStrike" u="none">
              <a:solidFill>
                <a:srgbClr val="000000"/>
              </a:solidFill>
              <a:effectLst/>
              <a:uFillTx/>
              <a:latin typeface="Arial"/>
            </a:endParaRPr>
          </a:p>
          <a:p>
            <a:r>
              <a:rPr b="0" lang="en-IN" sz="1200" strike="noStrike" u="none">
                <a:solidFill>
                  <a:srgbClr val="000000"/>
                </a:solidFill>
                <a:effectLst/>
                <a:uFillTx/>
                <a:latin typeface="Arial"/>
              </a:rPr>
              <a:t>To verify if a user’s login credentials are valid.</a:t>
            </a:r>
            <a:endParaRPr b="0" lang="en-IN" sz="1200" strike="noStrike" u="none">
              <a:solidFill>
                <a:srgbClr val="000000"/>
              </a:solidFill>
              <a:effectLst/>
              <a:uFillTx/>
              <a:latin typeface="Arial"/>
            </a:endParaRPr>
          </a:p>
          <a:p>
            <a:r>
              <a:rPr b="0" lang="en-IN" sz="1200" strike="noStrike" u="none">
                <a:solidFill>
                  <a:srgbClr val="000000"/>
                </a:solidFill>
                <a:effectLst/>
                <a:uFillTx/>
                <a:latin typeface="Arial"/>
              </a:rPr>
              <a:t>Snippet Example:</a:t>
            </a:r>
            <a:endParaRPr b="0" lang="en-IN" sz="1200" strike="noStrike" u="none">
              <a:solidFill>
                <a:srgbClr val="000000"/>
              </a:solidFill>
              <a:effectLst/>
              <a:uFillTx/>
              <a:latin typeface="Arial"/>
            </a:endParaRPr>
          </a:p>
          <a:p>
            <a:r>
              <a:rPr b="0" lang="en-IN" sz="1200" strike="noStrike" u="none">
                <a:solidFill>
                  <a:srgbClr val="000000"/>
                </a:solidFill>
                <a:effectLst/>
                <a:uFillTx/>
                <a:latin typeface="Liberation Mono;Courier New;DejaVu Sans Mono;Lucida Sans Typewriter"/>
              </a:rPr>
              <a:t>for (int i = 0; i &lt; totalBooks; i++) {</a:t>
            </a:r>
            <a:endParaRPr b="0" lang="en-IN" sz="12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200" strike="noStrike" u="none">
                <a:solidFill>
                  <a:srgbClr val="000000"/>
                </a:solidFill>
                <a:effectLst/>
                <a:uFillTx/>
                <a:latin typeface="Liberation Mono;Courier New;DejaVu Sans Mono;Lucida Sans Typewriter"/>
              </a:rPr>
              <a:t>    if (strcmp(books[i].status, "Available") == 0) {</a:t>
            </a:r>
            <a:endParaRPr b="0" lang="en-IN" sz="12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200" strike="noStrike" u="none">
                <a:solidFill>
                  <a:srgbClr val="000000"/>
                </a:solidFill>
                <a:effectLst/>
                <a:uFillTx/>
                <a:latin typeface="Liberation Mono;Courier New;DejaVu Sans Mono;Lucida Sans Typewriter"/>
              </a:rPr>
              <a:t>        printf("%s by %s is available.\n", books[i].title, books[i].author);</a:t>
            </a:r>
            <a:endParaRPr b="0" lang="en-IN" sz="12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200" strike="noStrike" u="none">
                <a:solidFill>
                  <a:srgbClr val="000000"/>
                </a:solidFill>
                <a:effectLst/>
                <a:uFillTx/>
                <a:latin typeface="Liberation Mono;Courier New;DejaVu Sans Mono;Lucida Sans Typewriter"/>
              </a:rPr>
              <a:t>    }</a:t>
            </a:r>
            <a:endParaRPr b="0" lang="en-IN" sz="12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200" strike="noStrike" u="none">
                <a:solidFill>
                  <a:srgbClr val="000000"/>
                </a:solidFill>
                <a:effectLst/>
                <a:uFillTx/>
                <a:latin typeface="Liberation Mono;Courier New;DejaVu Sans Mono;Lucida Sans Typewriter"/>
              </a:rPr>
              <a:t>}</a:t>
            </a:r>
            <a:endParaRPr b="0" lang="en-IN" sz="1200" strike="noStrike" u="none">
              <a:solidFill>
                <a:srgbClr val="000000"/>
              </a:solidFill>
              <a:effectLst/>
              <a:uFillTx/>
              <a:latin typeface="Liberation Mono;Courier New;DejaVu Sans Mono;Lucida Sans Typewriter"/>
              <a:ea typeface="Liberation Mono;Courier New;DejaVu Sans Mono;Lucida Sans Typewriter"/>
            </a:endParaRPr>
          </a:p>
          <a:p>
            <a:endParaRPr b="0" lang="en-IN" sz="1000" strike="noStrike" u="none">
              <a:solidFill>
                <a:srgbClr val="000000"/>
              </a:solidFill>
              <a:effectLst/>
              <a:uFillTx/>
              <a:latin typeface="Liberation Mono;Courier New;DejaVu Sans Mono;Lucida Sans Typewriter"/>
              <a:ea typeface="Liberation Mono;Courier New;DejaVu Sans Mono;Lucida Sans Typewriter"/>
            </a:endParaRPr>
          </a:p>
        </p:txBody>
      </p:sp>
      <p:sp>
        <p:nvSpPr>
          <p:cNvPr id="156" name=""/>
          <p:cNvSpPr txBox="1"/>
          <p:nvPr/>
        </p:nvSpPr>
        <p:spPr>
          <a:xfrm>
            <a:off x="8310960" y="1671840"/>
            <a:ext cx="3474720" cy="1279440"/>
          </a:xfrm>
          <a:prstGeom prst="rect">
            <a:avLst/>
          </a:prstGeom>
          <a:noFill/>
          <a:ln w="0">
            <a:noFill/>
          </a:ln>
        </p:spPr>
        <p:txBody>
          <a:bodyPr lIns="90000" rIns="90000" tIns="45000" bIns="45000" anchor="t">
            <a:spAutoFit/>
          </a:bodyPr>
          <a:p>
            <a:r>
              <a:rPr b="0" lang="en-IN" sz="2800" strike="noStrike" u="none">
                <a:solidFill>
                  <a:srgbClr val="000000"/>
                </a:solidFill>
                <a:effectLst/>
                <a:uFillTx/>
                <a:latin typeface="Arial"/>
              </a:rPr>
              <a:t>Implementation </a:t>
            </a:r>
            <a:endParaRPr b="0" lang="en-IN"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
          <p:cNvSpPr txBox="1"/>
          <p:nvPr/>
        </p:nvSpPr>
        <p:spPr>
          <a:xfrm>
            <a:off x="2910240" y="101520"/>
            <a:ext cx="6025680" cy="6658920"/>
          </a:xfrm>
          <a:prstGeom prst="rect">
            <a:avLst/>
          </a:prstGeom>
          <a:noFill/>
          <a:ln w="0">
            <a:noFill/>
          </a:ln>
        </p:spPr>
        <p:txBody>
          <a:bodyPr lIns="90000" rIns="90000" tIns="45000" bIns="45000" anchor="t">
            <a:spAutoFit/>
          </a:bodyPr>
          <a:p>
            <a:r>
              <a:rPr b="1" lang="en-IN" sz="1200" strike="noStrike" u="none">
                <a:solidFill>
                  <a:srgbClr val="000000"/>
                </a:solidFill>
                <a:effectLst/>
                <a:uFillTx/>
                <a:latin typeface="Arial"/>
              </a:rPr>
              <a:t>🟦 </a:t>
            </a:r>
            <a:r>
              <a:rPr b="1" lang="en-IN" sz="1500" strike="noStrike" u="none">
                <a:solidFill>
                  <a:srgbClr val="000000"/>
                </a:solidFill>
                <a:effectLst/>
                <a:uFillTx/>
                <a:latin typeface="Arial"/>
              </a:rPr>
              <a:t>2. Functions and Arrays</a:t>
            </a:r>
            <a:endParaRPr b="1" lang="en-IN" sz="1500" strike="noStrike" u="none">
              <a:solidFill>
                <a:srgbClr val="000000"/>
              </a:solidFill>
              <a:effectLst/>
              <a:uFillTx/>
              <a:latin typeface="Arial"/>
            </a:endParaRPr>
          </a:p>
          <a:p>
            <a:r>
              <a:rPr b="0" lang="en-IN" sz="1200" strike="noStrike" u="none">
                <a:solidFill>
                  <a:srgbClr val="000000"/>
                </a:solidFill>
                <a:effectLst/>
                <a:uFillTx/>
                <a:latin typeface="Arial"/>
              </a:rPr>
              <a:t>Functions are used to modularize the system — separating login, search, borrow, and return features.</a:t>
            </a:r>
            <a:endParaRPr b="0" lang="en-IN" sz="1200" strike="noStrike" u="none">
              <a:solidFill>
                <a:srgbClr val="000000"/>
              </a:solidFill>
              <a:effectLst/>
              <a:uFillTx/>
              <a:latin typeface="Arial"/>
            </a:endParaRPr>
          </a:p>
          <a:p>
            <a:r>
              <a:rPr b="0" lang="en-IN" sz="1200" strike="noStrike" u="none">
                <a:solidFill>
                  <a:srgbClr val="000000"/>
                </a:solidFill>
                <a:effectLst/>
                <a:uFillTx/>
                <a:latin typeface="Arial"/>
              </a:rPr>
              <a:t>Arrays (or structures in arrays) store multiple records like books or users.</a:t>
            </a:r>
            <a:endParaRPr b="0" lang="en-IN" sz="1200" strike="noStrike" u="none">
              <a:solidFill>
                <a:srgbClr val="000000"/>
              </a:solidFill>
              <a:effectLst/>
              <a:uFillTx/>
              <a:latin typeface="Arial"/>
            </a:endParaRPr>
          </a:p>
          <a:p>
            <a:r>
              <a:rPr b="0" lang="en-IN" sz="1200" strike="noStrike" u="none">
                <a:solidFill>
                  <a:srgbClr val="000000"/>
                </a:solidFill>
                <a:effectLst/>
                <a:uFillTx/>
                <a:latin typeface="Arial"/>
              </a:rPr>
              <a:t>Examples:</a:t>
            </a:r>
            <a:endParaRPr b="0" lang="en-IN" sz="1200" strike="noStrike" u="none">
              <a:solidFill>
                <a:srgbClr val="000000"/>
              </a:solidFill>
              <a:effectLst/>
              <a:uFillTx/>
              <a:latin typeface="Arial"/>
            </a:endParaRPr>
          </a:p>
          <a:p>
            <a:r>
              <a:rPr b="0" lang="en-IN" sz="1200" strike="noStrike" u="none">
                <a:solidFill>
                  <a:srgbClr val="000000"/>
                </a:solidFill>
                <a:effectLst/>
                <a:uFillTx/>
                <a:latin typeface="Arial"/>
              </a:rPr>
              <a:t>searchBook() – Searches for a book in the array.</a:t>
            </a:r>
            <a:endParaRPr b="0" lang="en-IN" sz="1200" strike="noStrike" u="none">
              <a:solidFill>
                <a:srgbClr val="000000"/>
              </a:solidFill>
              <a:effectLst/>
              <a:uFillTx/>
              <a:latin typeface="Arial"/>
            </a:endParaRPr>
          </a:p>
          <a:p>
            <a:r>
              <a:rPr b="0" lang="en-IN" sz="1200" strike="noStrike" u="none">
                <a:solidFill>
                  <a:srgbClr val="000000"/>
                </a:solidFill>
                <a:effectLst/>
                <a:uFillTx/>
                <a:latin typeface="Arial"/>
              </a:rPr>
              <a:t>borrowBook() – Updates status to “Borrowed”.</a:t>
            </a:r>
            <a:endParaRPr b="0" lang="en-IN" sz="1200" strike="noStrike" u="none">
              <a:solidFill>
                <a:srgbClr val="000000"/>
              </a:solidFill>
              <a:effectLst/>
              <a:uFillTx/>
              <a:latin typeface="Arial"/>
            </a:endParaRPr>
          </a:p>
          <a:p>
            <a:r>
              <a:rPr b="0" lang="en-IN" sz="1200" strike="noStrike" u="none">
                <a:solidFill>
                  <a:srgbClr val="000000"/>
                </a:solidFill>
                <a:effectLst/>
                <a:uFillTx/>
                <a:latin typeface="Arial"/>
              </a:rPr>
              <a:t>returnBook() – Updates status back to “Available”.</a:t>
            </a:r>
            <a:endParaRPr b="0" lang="en-IN" sz="1200" strike="noStrike" u="none">
              <a:solidFill>
                <a:srgbClr val="000000"/>
              </a:solidFill>
              <a:effectLst/>
              <a:uFillTx/>
              <a:latin typeface="Arial"/>
            </a:endParaRPr>
          </a:p>
          <a:p>
            <a:r>
              <a:rPr b="0" lang="en-IN" sz="1200" strike="noStrike" u="none">
                <a:solidFill>
                  <a:srgbClr val="000000"/>
                </a:solidFill>
                <a:effectLst/>
                <a:uFillTx/>
                <a:latin typeface="Arial"/>
              </a:rPr>
              <a:t>Snippet Example:</a:t>
            </a:r>
            <a:endParaRPr b="0" lang="en-IN" sz="1200" strike="noStrike" u="none">
              <a:solidFill>
                <a:srgbClr val="000000"/>
              </a:solidFill>
              <a:effectLst/>
              <a:uFillTx/>
              <a:latin typeface="Arial"/>
            </a:endParaRPr>
          </a:p>
          <a:p>
            <a:r>
              <a:rPr b="0" lang="en-IN" sz="1200" strike="noStrike" u="none">
                <a:solidFill>
                  <a:srgbClr val="000000"/>
                </a:solidFill>
                <a:effectLst/>
                <a:uFillTx/>
                <a:latin typeface="Liberation Mono;Courier New;DejaVu Sans Mono;Lucida Sans Typewriter"/>
              </a:rPr>
              <a:t>struct Book {</a:t>
            </a:r>
            <a:endParaRPr b="0" lang="en-IN" sz="12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200" strike="noStrike" u="none">
                <a:solidFill>
                  <a:srgbClr val="000000"/>
                </a:solidFill>
                <a:effectLst/>
                <a:uFillTx/>
                <a:latin typeface="Liberation Mono;Courier New;DejaVu Sans Mono;Lucida Sans Typewriter"/>
              </a:rPr>
              <a:t>    char id[10];</a:t>
            </a:r>
            <a:endParaRPr b="0" lang="en-IN" sz="12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200" strike="noStrike" u="none">
                <a:solidFill>
                  <a:srgbClr val="000000"/>
                </a:solidFill>
                <a:effectLst/>
                <a:uFillTx/>
                <a:latin typeface="Liberation Mono;Courier New;DejaVu Sans Mono;Lucida Sans Typewriter"/>
              </a:rPr>
              <a:t>    char title[50];</a:t>
            </a:r>
            <a:endParaRPr b="0" lang="en-IN" sz="12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200" strike="noStrike" u="none">
                <a:solidFill>
                  <a:srgbClr val="000000"/>
                </a:solidFill>
                <a:effectLst/>
                <a:uFillTx/>
                <a:latin typeface="Liberation Mono;Courier New;DejaVu Sans Mono;Lucida Sans Typewriter"/>
              </a:rPr>
              <a:t>    char author[50];</a:t>
            </a:r>
            <a:endParaRPr b="0" lang="en-IN" sz="12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200" strike="noStrike" u="none">
                <a:solidFill>
                  <a:srgbClr val="000000"/>
                </a:solidFill>
                <a:effectLst/>
                <a:uFillTx/>
                <a:latin typeface="Liberation Mono;Courier New;DejaVu Sans Mono;Lucida Sans Typewriter"/>
              </a:rPr>
              <a:t>    char status[15];</a:t>
            </a:r>
            <a:endParaRPr b="0" lang="en-IN" sz="12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200" strike="noStrike" u="none">
                <a:solidFill>
                  <a:srgbClr val="000000"/>
                </a:solidFill>
                <a:effectLst/>
                <a:uFillTx/>
                <a:latin typeface="Liberation Mono;Courier New;DejaVu Sans Mono;Lucida Sans Typewriter"/>
              </a:rPr>
              <a:t>};</a:t>
            </a:r>
            <a:endParaRPr b="0" lang="en-IN" sz="12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200" strike="noStrike" u="none">
                <a:solidFill>
                  <a:srgbClr val="000000"/>
                </a:solidFill>
                <a:effectLst/>
                <a:uFillTx/>
                <a:latin typeface="Liberation Mono;Courier New;DejaVu Sans Mono;Lucida Sans Typewriter"/>
              </a:rPr>
              <a:t>struct Book books[100]; // Array of book records</a:t>
            </a:r>
            <a:endParaRPr b="0" lang="en-IN" sz="12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200" strike="noStrike" u="none">
                <a:solidFill>
                  <a:srgbClr val="000000"/>
                </a:solidFill>
                <a:effectLst/>
                <a:uFillTx/>
                <a:latin typeface="Liberation Mono;Courier New;DejaVu Sans Mono;Lucida Sans Typewriter"/>
              </a:rPr>
              <a:t>void searchBook(char title[]) {</a:t>
            </a:r>
            <a:endParaRPr b="0" lang="en-IN" sz="12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200" strike="noStrike" u="none">
                <a:solidFill>
                  <a:srgbClr val="000000"/>
                </a:solidFill>
                <a:effectLst/>
                <a:uFillTx/>
                <a:latin typeface="Liberation Mono;Courier New;DejaVu Sans Mono;Lucida Sans Typewriter"/>
              </a:rPr>
              <a:t>    for (int i = 0; i &lt; totalBooks; i++) {</a:t>
            </a:r>
            <a:endParaRPr b="0" lang="en-IN" sz="12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200" strike="noStrike" u="none">
                <a:solidFill>
                  <a:srgbClr val="000000"/>
                </a:solidFill>
                <a:effectLst/>
                <a:uFillTx/>
                <a:latin typeface="Liberation Mono;Courier New;DejaVu Sans Mono;Lucida Sans Typewriter"/>
              </a:rPr>
              <a:t>        if (strcmp(books[i].title, title) == 0) {</a:t>
            </a:r>
            <a:endParaRPr b="0" lang="en-IN" sz="12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200" strike="noStrike" u="none">
                <a:solidFill>
                  <a:srgbClr val="000000"/>
                </a:solidFill>
                <a:effectLst/>
                <a:uFillTx/>
                <a:latin typeface="Liberation Mono;Courier New;DejaVu Sans Mono;Lucida Sans Typewriter"/>
              </a:rPr>
              <a:t>            printf("Book found: %s (%s)\n", books[i].title, books[i].status);</a:t>
            </a:r>
            <a:endParaRPr b="0" lang="en-IN" sz="12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200" strike="noStrike" u="none">
                <a:solidFill>
                  <a:srgbClr val="000000"/>
                </a:solidFill>
                <a:effectLst/>
                <a:uFillTx/>
                <a:latin typeface="Liberation Mono;Courier New;DejaVu Sans Mono;Lucida Sans Typewriter"/>
              </a:rPr>
              <a:t>            return;</a:t>
            </a:r>
            <a:endParaRPr b="0" lang="en-IN" sz="12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200" strike="noStrike" u="none">
                <a:solidFill>
                  <a:srgbClr val="000000"/>
                </a:solidFill>
                <a:effectLst/>
                <a:uFillTx/>
                <a:latin typeface="Liberation Mono;Courier New;DejaVu Sans Mono;Lucida Sans Typewriter"/>
              </a:rPr>
              <a:t>        }</a:t>
            </a:r>
            <a:endParaRPr b="0" lang="en-IN" sz="12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200" strike="noStrike" u="none">
                <a:solidFill>
                  <a:srgbClr val="000000"/>
                </a:solidFill>
                <a:effectLst/>
                <a:uFillTx/>
                <a:latin typeface="Liberation Mono;Courier New;DejaVu Sans Mono;Lucida Sans Typewriter"/>
              </a:rPr>
              <a:t>    }</a:t>
            </a:r>
            <a:endParaRPr b="0" lang="en-IN" sz="12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200" strike="noStrike" u="none">
                <a:solidFill>
                  <a:srgbClr val="000000"/>
                </a:solidFill>
                <a:effectLst/>
                <a:uFillTx/>
                <a:latin typeface="Liberation Mono;Courier New;DejaVu Sans Mono;Lucida Sans Typewriter"/>
              </a:rPr>
              <a:t>    printf("Book not found.\n");</a:t>
            </a:r>
            <a:endParaRPr b="0" lang="en-IN" sz="12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200" strike="noStrike" u="none">
                <a:solidFill>
                  <a:srgbClr val="000000"/>
                </a:solidFill>
                <a:effectLst/>
                <a:uFillTx/>
                <a:latin typeface="Liberation Mono;Courier New;DejaVu Sans Mono;Lucida Sans Typewriter"/>
              </a:rPr>
              <a:t>} </a:t>
            </a:r>
            <a:endParaRPr b="0" lang="en-IN" sz="1200" strike="noStrike" u="none">
              <a:solidFill>
                <a:srgbClr val="000000"/>
              </a:solidFill>
              <a:effectLst/>
              <a:uFillTx/>
              <a:latin typeface="Liberation Mono;Courier New;DejaVu Sans Mono;Lucida Sans Typewriter"/>
              <a:ea typeface="Liberation Mono;Courier New;DejaVu Sans Mono;Lucida Sans Typewriter"/>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
          <p:cNvSpPr txBox="1"/>
          <p:nvPr/>
        </p:nvSpPr>
        <p:spPr>
          <a:xfrm>
            <a:off x="990720" y="0"/>
            <a:ext cx="10404000" cy="8974440"/>
          </a:xfrm>
          <a:prstGeom prst="rect">
            <a:avLst/>
          </a:prstGeom>
          <a:noFill/>
          <a:ln w="0">
            <a:noFill/>
          </a:ln>
        </p:spPr>
        <p:txBody>
          <a:bodyPr lIns="90000" rIns="90000" tIns="45000" bIns="45000" anchor="t">
            <a:spAutoFit/>
          </a:bodyPr>
          <a:p>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 3. File Handling</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Used to store and retrieve data permanently — ensures data persistence even after the program is closed.</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C standard library functions such as fopen, fclose, fprintf, and fscanf are used.</a:t>
            </a:r>
            <a:endParaRPr b="0" lang="en-IN" sz="1800" strike="noStrike" u="none">
              <a:solidFill>
                <a:srgbClr val="000000"/>
              </a:solidFill>
              <a:effectLst/>
              <a:uFillTx/>
              <a:latin typeface="Arial"/>
            </a:endParaRPr>
          </a:p>
          <a:p>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Examples:</a:t>
            </a:r>
            <a:endParaRPr b="0" lang="en-IN" sz="1800" strike="noStrike" u="none">
              <a:solidFill>
                <a:srgbClr val="000000"/>
              </a:solidFill>
              <a:effectLst/>
              <a:uFillTx/>
              <a:latin typeface="Arial"/>
            </a:endParaRPr>
          </a:p>
          <a:p>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Load book data from file on startup.</a:t>
            </a:r>
            <a:endParaRPr b="0" lang="en-IN" sz="1800" strike="noStrike" u="none">
              <a:solidFill>
                <a:srgbClr val="000000"/>
              </a:solidFill>
              <a:effectLst/>
              <a:uFillTx/>
              <a:latin typeface="Arial"/>
            </a:endParaRPr>
          </a:p>
          <a:p>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Save updated book status when a borrow/return action occurs.</a:t>
            </a:r>
            <a:endParaRPr b="0" lang="en-IN" sz="1800" strike="noStrike" u="none">
              <a:solidFill>
                <a:srgbClr val="000000"/>
              </a:solidFill>
              <a:effectLst/>
              <a:uFillTx/>
              <a:latin typeface="Arial"/>
            </a:endParaRPr>
          </a:p>
          <a:p>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Snippet Example:</a:t>
            </a:r>
            <a:endParaRPr b="0" lang="en-IN" sz="1800" strike="noStrike" u="none">
              <a:solidFill>
                <a:srgbClr val="000000"/>
              </a:solidFill>
              <a:effectLst/>
              <a:uFillTx/>
              <a:latin typeface="Arial"/>
            </a:endParaRPr>
          </a:p>
          <a:p>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c</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Copy code</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#include &lt;stdio.h&gt;</a:t>
            </a:r>
            <a:endParaRPr b="0" lang="en-IN" sz="1800" strike="noStrike" u="none">
              <a:solidFill>
                <a:srgbClr val="000000"/>
              </a:solidFill>
              <a:effectLst/>
              <a:uFillTx/>
              <a:latin typeface="Arial"/>
            </a:endParaRPr>
          </a:p>
          <a:p>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void saveBooks(struct Book books[], int totalBooks) {</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    FILE *fp = fopen("books.txt", "w");</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    if (fp == NULL) {</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        printf("Error opening file!\n");</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        return;</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    }</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  </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
          <p:cNvSpPr txBox="1"/>
          <p:nvPr/>
        </p:nvSpPr>
        <p:spPr>
          <a:xfrm>
            <a:off x="1045440" y="410040"/>
            <a:ext cx="6022080" cy="5721480"/>
          </a:xfrm>
          <a:prstGeom prst="rect">
            <a:avLst/>
          </a:prstGeom>
          <a:noFill/>
          <a:ln w="0">
            <a:noFill/>
          </a:ln>
        </p:spPr>
        <p:txBody>
          <a:bodyPr lIns="90000" rIns="90000" tIns="45000" bIns="45000" anchor="t">
            <a:spAutoFit/>
          </a:bodyPr>
          <a:p>
            <a:r>
              <a:rPr b="0" lang="en-IN" sz="1800" strike="noStrike" u="none">
                <a:solidFill>
                  <a:srgbClr val="000000"/>
                </a:solidFill>
                <a:effectLst/>
                <a:uFillTx/>
                <a:latin typeface="Arial"/>
              </a:rPr>
              <a:t>  for (int i = 0; i &lt; totalBooks; i++) {</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        fprintf(fp, "%s,%s,%s,%s\n", books[i].id, books[i].title,</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                books[i].author, books[i].status);</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    }</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    fclose(fp);</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a:t>
            </a:r>
            <a:endParaRPr b="0" lang="en-IN" sz="1800" strike="noStrike" u="none">
              <a:solidFill>
                <a:srgbClr val="000000"/>
              </a:solidFill>
              <a:effectLst/>
              <a:uFillTx/>
              <a:latin typeface="Arial"/>
            </a:endParaRPr>
          </a:p>
          <a:p>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void loadBooks(struct Book books[], int *totalBooks) {</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    FILE *fp = fopen("books.txt", "r");</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    if (fp == NULL) {</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        printf("No existing file found.\n");</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        return;</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    }</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    while (fscanf(fp, "%[^,],%[^,],%[^,],%s\n",</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                  books[*totalBooks].id,</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                  books[*totalBooks].title,</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                  books[*totalBooks].author,</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                  books[*totalBooks].status) != EOF) {</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        (*totalBooks)++;</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    }</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    fclose(fp);</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
          <p:cNvSpPr txBox="1"/>
          <p:nvPr/>
        </p:nvSpPr>
        <p:spPr>
          <a:xfrm>
            <a:off x="1712880" y="222840"/>
            <a:ext cx="4687560" cy="6706440"/>
          </a:xfrm>
          <a:prstGeom prst="rect">
            <a:avLst/>
          </a:prstGeom>
          <a:noFill/>
          <a:ln w="0">
            <a:noFill/>
          </a:ln>
        </p:spPr>
        <p:txBody>
          <a:bodyPr lIns="90000" rIns="90000" tIns="45000" bIns="45000" anchor="t">
            <a:spAutoFit/>
          </a:bodyPr>
          <a:p>
            <a:r>
              <a:rPr b="1" lang="en-IN" sz="2200" strike="noStrike" u="none">
                <a:solidFill>
                  <a:srgbClr val="000000"/>
                </a:solidFill>
                <a:effectLst/>
                <a:uFillTx/>
                <a:latin typeface="Arial"/>
              </a:rPr>
              <a:t>Output Screens</a:t>
            </a:r>
            <a:endParaRPr b="1" lang="en-IN" sz="2200" strike="noStrike" u="none">
              <a:solidFill>
                <a:srgbClr val="000000"/>
              </a:solidFill>
              <a:effectLst/>
              <a:uFillTx/>
              <a:latin typeface="Arial"/>
            </a:endParaRPr>
          </a:p>
          <a:p>
            <a:endParaRPr b="0" lang="en-IN" sz="1000" strike="noStrike" u="none">
              <a:solidFill>
                <a:srgbClr val="000000"/>
              </a:solidFill>
              <a:effectLst/>
              <a:uFillTx/>
              <a:latin typeface="Arial"/>
            </a:endParaRPr>
          </a:p>
          <a:p>
            <a:r>
              <a:rPr b="1" lang="en-IN" sz="2100" strike="noStrike" u="none">
                <a:solidFill>
                  <a:srgbClr val="000000"/>
                </a:solidFill>
                <a:effectLst/>
                <a:uFillTx/>
                <a:latin typeface="Arial"/>
              </a:rPr>
              <a:t>🟢 1. Input Screen Sample</a:t>
            </a:r>
            <a:endParaRPr b="1" lang="en-IN" sz="2100" strike="noStrike" u="none">
              <a:solidFill>
                <a:srgbClr val="000000"/>
              </a:solidFill>
              <a:effectLst/>
              <a:uFillTx/>
              <a:latin typeface="Arial"/>
            </a:endParaRPr>
          </a:p>
          <a:p>
            <a:r>
              <a:rPr b="0" lang="en-IN" sz="1200" strike="noStrike" u="none">
                <a:solidFill>
                  <a:srgbClr val="000000"/>
                </a:solidFill>
                <a:effectLst/>
                <a:uFillTx/>
                <a:latin typeface="Arial"/>
              </a:rPr>
              <a:t>This screen allows the user to log in, search for a book, borrow, or return a book.</a:t>
            </a:r>
            <a:endParaRPr b="0" lang="en-IN" sz="1200" strike="noStrike" u="none">
              <a:solidFill>
                <a:srgbClr val="000000"/>
              </a:solidFill>
              <a:effectLst/>
              <a:uFillTx/>
              <a:latin typeface="Arial"/>
            </a:endParaRPr>
          </a:p>
          <a:p>
            <a:r>
              <a:rPr b="0" lang="en-IN" sz="1200" strike="noStrike" u="none">
                <a:solidFill>
                  <a:srgbClr val="000000"/>
                </a:solidFill>
                <a:effectLst/>
                <a:uFillTx/>
                <a:latin typeface="Arial"/>
              </a:rPr>
              <a:t>It captures user input such as username, book title, or book ID.</a:t>
            </a:r>
            <a:endParaRPr b="0" lang="en-IN" sz="1200" strike="noStrike" u="none">
              <a:solidFill>
                <a:srgbClr val="000000"/>
              </a:solidFill>
              <a:effectLst/>
              <a:uFillTx/>
              <a:latin typeface="Arial"/>
            </a:endParaRPr>
          </a:p>
          <a:p>
            <a:r>
              <a:rPr b="1" lang="en-IN" sz="1500" strike="noStrike" u="none">
                <a:solidFill>
                  <a:srgbClr val="000000"/>
                </a:solidFill>
                <a:effectLst/>
                <a:uFillTx/>
                <a:latin typeface="Arial"/>
              </a:rPr>
              <a:t>Sample Console Output:</a:t>
            </a:r>
            <a:endParaRPr b="1" lang="en-IN" sz="1500" strike="noStrike" u="none">
              <a:solidFill>
                <a:srgbClr val="000000"/>
              </a:solidFill>
              <a:effectLst/>
              <a:uFillTx/>
              <a:latin typeface="Arial"/>
            </a:endParaRPr>
          </a:p>
          <a:p>
            <a:r>
              <a:rPr b="0" lang="en-IN" sz="1200" strike="noStrike" u="none">
                <a:solidFill>
                  <a:srgbClr val="000000"/>
                </a:solidFill>
                <a:effectLst/>
                <a:uFillTx/>
                <a:latin typeface="Liberation Mono;Courier New;DejaVu Sans Mono;Lucida Sans Typewriter"/>
              </a:rPr>
              <a:t>===========================================</a:t>
            </a:r>
            <a:endParaRPr b="0" lang="en-IN" sz="12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200" strike="noStrike" u="none">
                <a:solidFill>
                  <a:srgbClr val="000000"/>
                </a:solidFill>
                <a:effectLst/>
                <a:uFillTx/>
                <a:latin typeface="Liberation Mono;Courier New;DejaVu Sans Mono;Lucida Sans Typewriter"/>
              </a:rPr>
              <a:t>       MINI LIBRARY CATALOG SYSTEM</a:t>
            </a:r>
            <a:endParaRPr b="0" lang="en-IN" sz="12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200" strike="noStrike" u="none">
                <a:solidFill>
                  <a:srgbClr val="000000"/>
                </a:solidFill>
                <a:effectLst/>
                <a:uFillTx/>
                <a:latin typeface="Liberation Mono;Courier New;DejaVu Sans Mono;Lucida Sans Typewriter"/>
              </a:rPr>
              <a:t>===========================================</a:t>
            </a:r>
            <a:endParaRPr b="0" lang="en-IN" sz="12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200" strike="noStrike" u="none">
                <a:solidFill>
                  <a:srgbClr val="000000"/>
                </a:solidFill>
                <a:effectLst/>
                <a:uFillTx/>
                <a:latin typeface="Liberation Mono;Courier New;DejaVu Sans Mono;Lucida Sans Typewriter"/>
              </a:rPr>
              <a:t>1. Login</a:t>
            </a:r>
            <a:endParaRPr b="0" lang="en-IN" sz="12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200" strike="noStrike" u="none">
                <a:solidFill>
                  <a:srgbClr val="000000"/>
                </a:solidFill>
                <a:effectLst/>
                <a:uFillTx/>
                <a:latin typeface="Liberation Mono;Courier New;DejaVu Sans Mono;Lucida Sans Typewriter"/>
              </a:rPr>
              <a:t>2. Register</a:t>
            </a:r>
            <a:endParaRPr b="0" lang="en-IN" sz="12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200" strike="noStrike" u="none">
                <a:solidFill>
                  <a:srgbClr val="000000"/>
                </a:solidFill>
                <a:effectLst/>
                <a:uFillTx/>
                <a:latin typeface="Liberation Mono;Courier New;DejaVu Sans Mono;Lucida Sans Typewriter"/>
              </a:rPr>
              <a:t>3. Exit</a:t>
            </a:r>
            <a:endParaRPr b="0" lang="en-IN" sz="12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200" strike="noStrike" u="none">
                <a:solidFill>
                  <a:srgbClr val="000000"/>
                </a:solidFill>
                <a:effectLst/>
                <a:uFillTx/>
                <a:latin typeface="Liberation Mono;Courier New;DejaVu Sans Mono;Lucida Sans Typewriter"/>
              </a:rPr>
              <a:t>Enter your choice: 1</a:t>
            </a:r>
            <a:endParaRPr b="0" lang="en-IN" sz="12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200" strike="noStrike" u="none">
                <a:solidFill>
                  <a:srgbClr val="000000"/>
                </a:solidFill>
                <a:effectLst/>
                <a:uFillTx/>
                <a:latin typeface="Liberation Mono;Courier New;DejaVu Sans Mono;Lucida Sans Typewriter"/>
              </a:rPr>
              <a:t>Enter User ID: U101</a:t>
            </a:r>
            <a:endParaRPr b="0" lang="en-IN" sz="12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200" strike="noStrike" u="none">
                <a:solidFill>
                  <a:srgbClr val="000000"/>
                </a:solidFill>
                <a:effectLst/>
                <a:uFillTx/>
                <a:latin typeface="Liberation Mono;Courier New;DejaVu Sans Mono;Lucida Sans Typewriter"/>
              </a:rPr>
              <a:t>Enter Password: *****</a:t>
            </a:r>
            <a:endParaRPr b="0" lang="en-IN" sz="12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200" strike="noStrike" u="none">
                <a:solidFill>
                  <a:srgbClr val="000000"/>
                </a:solidFill>
                <a:effectLst/>
                <a:uFillTx/>
                <a:latin typeface="Liberation Mono;Courier New;DejaVu Sans Mono;Lucida Sans Typewriter"/>
              </a:rPr>
              <a:t>-------------------------------------------</a:t>
            </a:r>
            <a:endParaRPr b="0" lang="en-IN" sz="12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200" strike="noStrike" u="none">
                <a:solidFill>
                  <a:srgbClr val="000000"/>
                </a:solidFill>
                <a:effectLst/>
                <a:uFillTx/>
                <a:latin typeface="Liberation Mono;Courier New;DejaVu Sans Mono;Lucida Sans Typewriter"/>
              </a:rPr>
              <a:t>Welcome, U101!</a:t>
            </a:r>
            <a:endParaRPr b="0" lang="en-IN" sz="12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200" strike="noStrike" u="none">
                <a:solidFill>
                  <a:srgbClr val="000000"/>
                </a:solidFill>
                <a:effectLst/>
                <a:uFillTx/>
                <a:latin typeface="Liberation Mono;Courier New;DejaVu Sans Mono;Lucida Sans Typewriter"/>
              </a:rPr>
              <a:t>-------------------------------------------</a:t>
            </a:r>
            <a:endParaRPr b="0" lang="en-IN" sz="12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200" strike="noStrike" u="none">
                <a:solidFill>
                  <a:srgbClr val="000000"/>
                </a:solidFill>
                <a:effectLst/>
                <a:uFillTx/>
                <a:latin typeface="Liberation Mono;Courier New;DejaVu Sans Mono;Lucida Sans Typewriter"/>
              </a:rPr>
              <a:t>Choose an option:</a:t>
            </a:r>
            <a:endParaRPr b="0" lang="en-IN" sz="12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200" strike="noStrike" u="none">
                <a:solidFill>
                  <a:srgbClr val="000000"/>
                </a:solidFill>
                <a:effectLst/>
                <a:uFillTx/>
                <a:latin typeface="Liberation Mono;Courier New;DejaVu Sans Mono;Lucida Sans Typewriter"/>
              </a:rPr>
              <a:t>1. Search Book</a:t>
            </a:r>
            <a:endParaRPr b="0" lang="en-IN" sz="12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200" strike="noStrike" u="none">
                <a:solidFill>
                  <a:srgbClr val="000000"/>
                </a:solidFill>
                <a:effectLst/>
                <a:uFillTx/>
                <a:latin typeface="Liberation Mono;Courier New;DejaVu Sans Mono;Lucida Sans Typewriter"/>
              </a:rPr>
              <a:t>2. Borrow Book</a:t>
            </a:r>
            <a:endParaRPr b="0" lang="en-IN" sz="12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200" strike="noStrike" u="none">
                <a:solidFill>
                  <a:srgbClr val="000000"/>
                </a:solidFill>
                <a:effectLst/>
                <a:uFillTx/>
                <a:latin typeface="Liberation Mono;Courier New;DejaVu Sans Mono;Lucida Sans Typewriter"/>
              </a:rPr>
              <a:t>3. Return Book</a:t>
            </a:r>
            <a:endParaRPr b="0" lang="en-IN" sz="12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200" strike="noStrike" u="none">
                <a:solidFill>
                  <a:srgbClr val="000000"/>
                </a:solidFill>
                <a:effectLst/>
                <a:uFillTx/>
                <a:latin typeface="Liberation Mono;Courier New;DejaVu Sans Mono;Lucida Sans Typewriter"/>
              </a:rPr>
              <a:t>4. View All Books</a:t>
            </a:r>
            <a:endParaRPr b="0" lang="en-IN" sz="12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200" strike="noStrike" u="none">
                <a:solidFill>
                  <a:srgbClr val="000000"/>
                </a:solidFill>
                <a:effectLst/>
                <a:uFillTx/>
                <a:latin typeface="Liberation Mono;Courier New;DejaVu Sans Mono;Lucida Sans Typewriter"/>
              </a:rPr>
              <a:t>5. Exit</a:t>
            </a:r>
            <a:endParaRPr b="0" lang="en-IN" sz="12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200" strike="noStrike" u="none">
                <a:solidFill>
                  <a:srgbClr val="000000"/>
                </a:solidFill>
                <a:effectLst/>
                <a:uFillTx/>
                <a:latin typeface="Liberation Mono;Courier New;DejaVu Sans Mono;Lucida Sans Typewriter"/>
              </a:rPr>
              <a:t>Enter your choice: 1</a:t>
            </a:r>
            <a:endParaRPr b="0" lang="en-IN" sz="12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200" strike="noStrike" u="none">
                <a:solidFill>
                  <a:srgbClr val="000000"/>
                </a:solidFill>
                <a:effectLst/>
                <a:uFillTx/>
                <a:latin typeface="Liberation Mono;Courier New;DejaVu Sans Mono;Lucida Sans Typewriter"/>
              </a:rPr>
              <a:t>Enter Book Title to Search: Harry Potter</a:t>
            </a:r>
            <a:endParaRPr b="0" lang="en-IN" sz="1200" strike="noStrike" u="none">
              <a:solidFill>
                <a:srgbClr val="000000"/>
              </a:solidFill>
              <a:effectLst/>
              <a:uFillTx/>
              <a:latin typeface="Liberation Mono;Courier New;DejaVu Sans Mono;Lucida Sans Typewriter"/>
              <a:ea typeface="Liberation Mono;Courier New;DejaVu Sans Mono;Lucida Sans Typewriter"/>
            </a:endParaRPr>
          </a:p>
          <a:p>
            <a:endParaRPr b="0" lang="en-IN" sz="1000" strike="noStrike" u="none">
              <a:solidFill>
                <a:srgbClr val="000000"/>
              </a:solidFill>
              <a:effectLst/>
              <a:uFillTx/>
              <a:latin typeface="Liberation Mono;Courier New;DejaVu Sans Mono;Lucida Sans Typewriter"/>
              <a:ea typeface="Liberation Mono;Courier New;DejaVu Sans Mono;Lucida Sans Typewriter"/>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
          <p:cNvSpPr txBox="1"/>
          <p:nvPr/>
        </p:nvSpPr>
        <p:spPr>
          <a:xfrm>
            <a:off x="782280" y="152640"/>
            <a:ext cx="6782760" cy="6590880"/>
          </a:xfrm>
          <a:prstGeom prst="rect">
            <a:avLst/>
          </a:prstGeom>
          <a:noFill/>
          <a:ln w="0">
            <a:noFill/>
          </a:ln>
        </p:spPr>
        <p:txBody>
          <a:bodyPr lIns="90000" rIns="90000" tIns="45000" bIns="45000" anchor="t">
            <a:spAutoFit/>
          </a:bodyPr>
          <a:p>
            <a:r>
              <a:rPr b="1" lang="en-IN" sz="1600" strike="noStrike" u="none">
                <a:solidFill>
                  <a:srgbClr val="000000"/>
                </a:solidFill>
                <a:effectLst/>
                <a:uFillTx/>
                <a:latin typeface="Arial"/>
              </a:rPr>
              <a:t>🔵 2. Output / Result Screen</a:t>
            </a:r>
            <a:endParaRPr b="1" lang="en-IN" sz="1600" strike="noStrike" u="none">
              <a:solidFill>
                <a:srgbClr val="000000"/>
              </a:solidFill>
              <a:effectLst/>
              <a:uFillTx/>
              <a:latin typeface="Arial"/>
            </a:endParaRPr>
          </a:p>
          <a:p>
            <a:r>
              <a:rPr b="0" lang="en-IN" sz="1500" strike="noStrike" u="none">
                <a:solidFill>
                  <a:srgbClr val="000000"/>
                </a:solidFill>
                <a:effectLst/>
                <a:uFillTx/>
                <a:latin typeface="Arial"/>
              </a:rPr>
              <a:t>This screen shows the results of the operation performed — such as book found, borrow successful, or book returned.</a:t>
            </a:r>
            <a:endParaRPr b="0" lang="en-IN" sz="1500" strike="noStrike" u="none">
              <a:solidFill>
                <a:srgbClr val="000000"/>
              </a:solidFill>
              <a:effectLst/>
              <a:uFillTx/>
              <a:latin typeface="Arial"/>
            </a:endParaRPr>
          </a:p>
          <a:p>
            <a:r>
              <a:rPr b="1" lang="en-IN" sz="2000" strike="noStrike" u="none">
                <a:solidFill>
                  <a:srgbClr val="000000"/>
                </a:solidFill>
                <a:effectLst/>
                <a:uFillTx/>
                <a:latin typeface="Arial"/>
              </a:rPr>
              <a:t>Sample Console Output (Search &amp; Borrow Result):</a:t>
            </a:r>
            <a:endParaRPr b="1" lang="en-IN" sz="2000" strike="noStrike" u="none">
              <a:solidFill>
                <a:srgbClr val="000000"/>
              </a:solidFill>
              <a:effectLst/>
              <a:uFillTx/>
              <a:latin typeface="Arial"/>
            </a:endParaRPr>
          </a:p>
          <a:p>
            <a:r>
              <a:rPr b="0" lang="en-IN" sz="1500" strike="noStrike" u="none">
                <a:solidFill>
                  <a:srgbClr val="000000"/>
                </a:solidFill>
                <a:effectLst/>
                <a:uFillTx/>
                <a:latin typeface="Liberation Mono;Courier New;DejaVu Sans Mono;Lucida Sans Typewriter"/>
              </a:rPr>
              <a:t>-------------------------------------------</a:t>
            </a:r>
            <a:endParaRPr b="0" lang="en-IN" sz="15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500" strike="noStrike" u="none">
                <a:solidFill>
                  <a:srgbClr val="000000"/>
                </a:solidFill>
                <a:effectLst/>
                <a:uFillTx/>
                <a:latin typeface="Liberation Mono;Courier New;DejaVu Sans Mono;Lucida Sans Typewriter"/>
              </a:rPr>
              <a:t>Search Results:</a:t>
            </a:r>
            <a:endParaRPr b="0" lang="en-IN" sz="15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500" strike="noStrike" u="none">
                <a:solidFill>
                  <a:srgbClr val="000000"/>
                </a:solidFill>
                <a:effectLst/>
                <a:uFillTx/>
                <a:latin typeface="Liberation Mono;Courier New;DejaVu Sans Mono;Lucida Sans Typewriter"/>
              </a:rPr>
              <a:t>-------------------------------------------</a:t>
            </a:r>
            <a:endParaRPr b="0" lang="en-IN" sz="15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500" strike="noStrike" u="none">
                <a:solidFill>
                  <a:srgbClr val="000000"/>
                </a:solidFill>
                <a:effectLst/>
                <a:uFillTx/>
                <a:latin typeface="Liberation Mono;Courier New;DejaVu Sans Mono;Lucida Sans Typewriter"/>
              </a:rPr>
              <a:t>Book ID: B001</a:t>
            </a:r>
            <a:endParaRPr b="0" lang="en-IN" sz="15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500" strike="noStrike" u="none">
                <a:solidFill>
                  <a:srgbClr val="000000"/>
                </a:solidFill>
                <a:effectLst/>
                <a:uFillTx/>
                <a:latin typeface="Liberation Mono;Courier New;DejaVu Sans Mono;Lucida Sans Typewriter"/>
              </a:rPr>
              <a:t>Title   : Harry Potter</a:t>
            </a:r>
            <a:endParaRPr b="0" lang="en-IN" sz="15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500" strike="noStrike" u="none">
                <a:solidFill>
                  <a:srgbClr val="000000"/>
                </a:solidFill>
                <a:effectLst/>
                <a:uFillTx/>
                <a:latin typeface="Liberation Mono;Courier New;DejaVu Sans Mono;Lucida Sans Typewriter"/>
              </a:rPr>
              <a:t>Author  : J.K. Rowling</a:t>
            </a:r>
            <a:endParaRPr b="0" lang="en-IN" sz="15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500" strike="noStrike" u="none">
                <a:solidFill>
                  <a:srgbClr val="000000"/>
                </a:solidFill>
                <a:effectLst/>
                <a:uFillTx/>
                <a:latin typeface="Liberation Mono;Courier New;DejaVu Sans Mono;Lucida Sans Typewriter"/>
              </a:rPr>
              <a:t>Status  : Available</a:t>
            </a:r>
            <a:endParaRPr b="0" lang="en-IN" sz="15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500" strike="noStrike" u="none">
                <a:solidFill>
                  <a:srgbClr val="000000"/>
                </a:solidFill>
                <a:effectLst/>
                <a:uFillTx/>
                <a:latin typeface="Liberation Mono;Courier New;DejaVu Sans Mono;Lucida Sans Typewriter"/>
              </a:rPr>
              <a:t>-------------------------------------------</a:t>
            </a:r>
            <a:endParaRPr b="0" lang="en-IN" sz="15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500" strike="noStrike" u="none">
                <a:solidFill>
                  <a:srgbClr val="000000"/>
                </a:solidFill>
                <a:effectLst/>
                <a:uFillTx/>
                <a:latin typeface="Liberation Mono;Courier New;DejaVu Sans Mono;Lucida Sans Typewriter"/>
              </a:rPr>
              <a:t>Would you like to borrow this book? (Y/N): Y</a:t>
            </a:r>
            <a:endParaRPr b="0" lang="en-IN" sz="15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500" strike="noStrike" u="none">
                <a:solidFill>
                  <a:srgbClr val="000000"/>
                </a:solidFill>
                <a:effectLst/>
                <a:uFillTx/>
                <a:latin typeface="Liberation Mono;Courier New;DejaVu Sans Mono;Lucida Sans Typewriter"/>
              </a:rPr>
              <a:t>-------------------------------------------</a:t>
            </a:r>
            <a:endParaRPr b="0" lang="en-IN" sz="15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500" strike="noStrike" u="none">
                <a:solidFill>
                  <a:srgbClr val="000000"/>
                </a:solidFill>
                <a:effectLst/>
                <a:uFillTx/>
                <a:latin typeface="Liberation Mono;Courier New;DejaVu Sans Mono;Lucida Sans Typewriter"/>
              </a:rPr>
              <a:t>Book Borrowed Successfully!</a:t>
            </a:r>
            <a:endParaRPr b="0" lang="en-IN" sz="15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500" strike="noStrike" u="none">
                <a:solidFill>
                  <a:srgbClr val="000000"/>
                </a:solidFill>
                <a:effectLst/>
                <a:uFillTx/>
                <a:latin typeface="Liberation Mono;Courier New;DejaVu Sans Mono;Lucida Sans Typewriter"/>
              </a:rPr>
              <a:t>Borrow Date: 05-Nov-2025</a:t>
            </a:r>
            <a:endParaRPr b="0" lang="en-IN" sz="15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500" strike="noStrike" u="none">
                <a:solidFill>
                  <a:srgbClr val="000000"/>
                </a:solidFill>
                <a:effectLst/>
                <a:uFillTx/>
                <a:latin typeface="Liberation Mono;Courier New;DejaVu Sans Mono;Lucida Sans Typewriter"/>
              </a:rPr>
              <a:t>Return Due  : 19-Nov-2025</a:t>
            </a:r>
            <a:endParaRPr b="0" lang="en-IN" sz="15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500" strike="noStrike" u="none">
                <a:solidFill>
                  <a:srgbClr val="000000"/>
                </a:solidFill>
                <a:effectLst/>
                <a:uFillTx/>
                <a:latin typeface="Liberation Mono;Courier New;DejaVu Sans Mono;Lucida Sans Typewriter"/>
              </a:rPr>
              <a:t>-------------------------------------------</a:t>
            </a:r>
            <a:endParaRPr b="0" lang="en-IN" sz="1500" strike="noStrike" u="none">
              <a:solidFill>
                <a:srgbClr val="000000"/>
              </a:solidFill>
              <a:effectLst/>
              <a:uFillTx/>
              <a:latin typeface="Liberation Mono;Courier New;DejaVu Sans Mono;Lucida Sans Typewriter"/>
              <a:ea typeface="Liberation Mono;Courier New;DejaVu Sans Mono;Lucida Sans Typewriter"/>
            </a:endParaRPr>
          </a:p>
          <a:p>
            <a:r>
              <a:rPr b="1" lang="en-IN" sz="2000" strike="noStrike" u="none">
                <a:solidFill>
                  <a:srgbClr val="000000"/>
                </a:solidFill>
                <a:effectLst/>
                <a:uFillTx/>
                <a:latin typeface="Arial"/>
              </a:rPr>
              <a:t>Sample Console Output (Return Result):</a:t>
            </a:r>
            <a:endParaRPr b="1" lang="en-IN" sz="2000" strike="noStrike" u="none">
              <a:solidFill>
                <a:srgbClr val="000000"/>
              </a:solidFill>
              <a:effectLst/>
              <a:uFillTx/>
              <a:latin typeface="Arial"/>
            </a:endParaRPr>
          </a:p>
          <a:p>
            <a:r>
              <a:rPr b="0" lang="en-IN" sz="1500" strike="noStrike" u="none">
                <a:solidFill>
                  <a:srgbClr val="000000"/>
                </a:solidFill>
                <a:effectLst/>
                <a:uFillTx/>
                <a:latin typeface="Liberation Mono;Courier New;DejaVu Sans Mono;Lucida Sans Typewriter"/>
              </a:rPr>
              <a:t>-------------------------------------------</a:t>
            </a:r>
            <a:endParaRPr b="0" lang="en-IN" sz="15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500" strike="noStrike" u="none">
                <a:solidFill>
                  <a:srgbClr val="000000"/>
                </a:solidFill>
                <a:effectLst/>
                <a:uFillTx/>
                <a:latin typeface="Liberation Mono;Courier New;DejaVu Sans Mono;Lucida Sans Typewriter"/>
              </a:rPr>
              <a:t>Enter Book ID to Return: B001</a:t>
            </a:r>
            <a:endParaRPr b="0" lang="en-IN" sz="15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500" strike="noStrike" u="none">
                <a:solidFill>
                  <a:srgbClr val="000000"/>
                </a:solidFill>
                <a:effectLst/>
                <a:uFillTx/>
                <a:latin typeface="Liberation Mono;Courier New;DejaVu Sans Mono;Lucida Sans Typewriter"/>
              </a:rPr>
              <a:t>-------------------------------------------</a:t>
            </a:r>
            <a:endParaRPr b="0" lang="en-IN" sz="15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500" strike="noStrike" u="none">
                <a:solidFill>
                  <a:srgbClr val="000000"/>
                </a:solidFill>
                <a:effectLst/>
                <a:uFillTx/>
                <a:latin typeface="Liberation Mono;Courier New;DejaVu Sans Mono;Lucida Sans Typewriter"/>
              </a:rPr>
              <a:t>Book Returned Successfully!</a:t>
            </a:r>
            <a:endParaRPr b="0" lang="en-IN" sz="15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500" strike="noStrike" u="none">
                <a:solidFill>
                  <a:srgbClr val="000000"/>
                </a:solidFill>
                <a:effectLst/>
                <a:uFillTx/>
                <a:latin typeface="Liberation Mono;Courier New;DejaVu Sans Mono;Lucida Sans Typewriter"/>
              </a:rPr>
              <a:t>Thank you, U101.</a:t>
            </a:r>
            <a:endParaRPr b="0" lang="en-IN" sz="15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1500" strike="noStrike" u="none">
                <a:solidFill>
                  <a:srgbClr val="000000"/>
                </a:solidFill>
                <a:effectLst/>
                <a:uFillTx/>
                <a:latin typeface="Liberation Mono;Courier New;DejaVu Sans Mono;Lucida Sans Typewriter"/>
              </a:rPr>
              <a:t>------------------------------------------- </a:t>
            </a:r>
            <a:endParaRPr b="0" lang="en-IN" sz="1500" strike="noStrike" u="none">
              <a:solidFill>
                <a:srgbClr val="000000"/>
              </a:solidFill>
              <a:effectLst/>
              <a:uFillTx/>
              <a:latin typeface="Liberation Mono;Courier New;DejaVu Sans Mono;Lucida Sans Typewriter"/>
              <a:ea typeface="Liberation Mono;Courier New;DejaVu Sans Mono;Lucida Sans Typewriter"/>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
          <p:cNvSpPr txBox="1"/>
          <p:nvPr/>
        </p:nvSpPr>
        <p:spPr>
          <a:xfrm>
            <a:off x="1266120" y="680040"/>
            <a:ext cx="7174800" cy="4613040"/>
          </a:xfrm>
          <a:prstGeom prst="rect">
            <a:avLst/>
          </a:prstGeom>
          <a:noFill/>
          <a:ln w="0">
            <a:noFill/>
          </a:ln>
        </p:spPr>
        <p:txBody>
          <a:bodyPr lIns="90000" rIns="90000" tIns="45000" bIns="45000" anchor="t">
            <a:spAutoFit/>
          </a:bodyPr>
          <a:p>
            <a:r>
              <a:rPr b="1" lang="en-IN" sz="1600" strike="noStrike" u="none">
                <a:solidFill>
                  <a:srgbClr val="000000"/>
                </a:solidFill>
                <a:effectLst/>
                <a:uFillTx/>
                <a:latin typeface="Arial"/>
              </a:rPr>
              <a:t>🟣 3. File Storage Proof</a:t>
            </a:r>
            <a:endParaRPr b="1" lang="en-IN" sz="1600" strike="noStrike" u="none">
              <a:solidFill>
                <a:srgbClr val="000000"/>
              </a:solidFill>
              <a:effectLst/>
              <a:uFillTx/>
              <a:latin typeface="Arial"/>
            </a:endParaRPr>
          </a:p>
          <a:p>
            <a:r>
              <a:rPr b="0" lang="en-IN" sz="2100" strike="noStrike" u="none">
                <a:solidFill>
                  <a:srgbClr val="000000"/>
                </a:solidFill>
                <a:effectLst/>
                <a:uFillTx/>
                <a:latin typeface="Arial"/>
              </a:rPr>
              <a:t>The system saves all book and transaction data to text files using file handling functions (fopen, fprintf, fscanf, fclose).</a:t>
            </a:r>
            <a:endParaRPr b="0" lang="en-IN" sz="2100" strike="noStrike" u="none">
              <a:solidFill>
                <a:srgbClr val="000000"/>
              </a:solidFill>
              <a:effectLst/>
              <a:uFillTx/>
              <a:latin typeface="Arial"/>
            </a:endParaRPr>
          </a:p>
          <a:p>
            <a:r>
              <a:rPr b="1" lang="en-IN" sz="2600" strike="noStrike" u="none">
                <a:solidFill>
                  <a:srgbClr val="000000"/>
                </a:solidFill>
                <a:effectLst/>
                <a:uFillTx/>
                <a:latin typeface="Arial"/>
              </a:rPr>
              <a:t>Example File: books.txt</a:t>
            </a:r>
            <a:endParaRPr b="1" lang="en-IN" sz="2600" strike="noStrike" u="none">
              <a:solidFill>
                <a:srgbClr val="000000"/>
              </a:solidFill>
              <a:effectLst/>
              <a:uFillTx/>
              <a:latin typeface="Arial"/>
            </a:endParaRPr>
          </a:p>
          <a:p>
            <a:r>
              <a:rPr b="0" lang="en-IN" sz="2100" strike="noStrike" u="none">
                <a:solidFill>
                  <a:srgbClr val="000000"/>
                </a:solidFill>
                <a:effectLst/>
                <a:uFillTx/>
                <a:latin typeface="Liberation Mono;Courier New;DejaVu Sans Mono;Lucida Sans Typewriter"/>
              </a:rPr>
              <a:t>B001,Harry Potter,J.K. Rowling,Borrowed</a:t>
            </a:r>
            <a:endParaRPr b="0" lang="en-IN" sz="21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2100" strike="noStrike" u="none">
                <a:solidFill>
                  <a:srgbClr val="000000"/>
                </a:solidFill>
                <a:effectLst/>
                <a:uFillTx/>
                <a:latin typeface="Liberation Mono;Courier New;DejaVu Sans Mono;Lucida Sans Typewriter"/>
              </a:rPr>
              <a:t>B002,The Hobbit,J.R.R. Tolkien,Available</a:t>
            </a:r>
            <a:endParaRPr b="0" lang="en-IN" sz="21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2100" strike="noStrike" u="none">
                <a:solidFill>
                  <a:srgbClr val="000000"/>
                </a:solidFill>
                <a:effectLst/>
                <a:uFillTx/>
                <a:latin typeface="Liberation Mono;Courier New;DejaVu Sans Mono;Lucida Sans Typewriter"/>
              </a:rPr>
              <a:t>B003,1984,George Orwell,Available</a:t>
            </a:r>
            <a:endParaRPr b="0" lang="en-IN" sz="2100" strike="noStrike" u="none">
              <a:solidFill>
                <a:srgbClr val="000000"/>
              </a:solidFill>
              <a:effectLst/>
              <a:uFillTx/>
              <a:latin typeface="Liberation Mono;Courier New;DejaVu Sans Mono;Lucida Sans Typewriter"/>
              <a:ea typeface="Liberation Mono;Courier New;DejaVu Sans Mono;Lucida Sans Typewriter"/>
            </a:endParaRPr>
          </a:p>
          <a:p>
            <a:r>
              <a:rPr b="1" lang="en-IN" sz="2600" strike="noStrike" u="none">
                <a:solidFill>
                  <a:srgbClr val="000000"/>
                </a:solidFill>
                <a:effectLst/>
                <a:uFillTx/>
                <a:latin typeface="Arial"/>
              </a:rPr>
              <a:t>Example File: transactions.txt</a:t>
            </a:r>
            <a:endParaRPr b="1" lang="en-IN" sz="2600" strike="noStrike" u="none">
              <a:solidFill>
                <a:srgbClr val="000000"/>
              </a:solidFill>
              <a:effectLst/>
              <a:uFillTx/>
              <a:latin typeface="Arial"/>
            </a:endParaRPr>
          </a:p>
          <a:p>
            <a:r>
              <a:rPr b="0" lang="en-IN" sz="2100" strike="noStrike" u="none">
                <a:solidFill>
                  <a:srgbClr val="000000"/>
                </a:solidFill>
                <a:effectLst/>
                <a:uFillTx/>
                <a:latin typeface="Liberation Mono;Courier New;DejaVu Sans Mono;Lucida Sans Typewriter"/>
              </a:rPr>
              <a:t>U101,B001,05-11-2025,19-11-2025</a:t>
            </a:r>
            <a:endParaRPr b="0" lang="en-IN" sz="2100" strike="noStrike" u="none">
              <a:solidFill>
                <a:srgbClr val="000000"/>
              </a:solidFill>
              <a:effectLst/>
              <a:uFillTx/>
              <a:latin typeface="Liberation Mono;Courier New;DejaVu Sans Mono;Lucida Sans Typewriter"/>
              <a:ea typeface="Liberation Mono;Courier New;DejaVu Sans Mono;Lucida Sans Typewriter"/>
            </a:endParaRPr>
          </a:p>
          <a:p>
            <a:r>
              <a:rPr b="0" lang="en-IN" sz="2100" strike="noStrike" u="none">
                <a:solidFill>
                  <a:srgbClr val="000000"/>
                </a:solidFill>
                <a:effectLst/>
                <a:uFillTx/>
                <a:latin typeface="Liberation Mono;Courier New;DejaVu Sans Mono;Lucida Sans Typewriter"/>
              </a:rPr>
              <a:t>U102,B002,03-11-2025,17-11-2025 </a:t>
            </a:r>
            <a:endParaRPr b="0" lang="en-IN" sz="2100" strike="noStrike" u="none">
              <a:solidFill>
                <a:srgbClr val="000000"/>
              </a:solidFill>
              <a:effectLst/>
              <a:uFillTx/>
              <a:latin typeface="Liberation Mono;Courier New;DejaVu Sans Mono;Lucida Sans Typewriter"/>
              <a:ea typeface="Liberation Mono;Courier New;DejaVu Sans Mono;Lucida Sans Typewriter"/>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
          <p:cNvSpPr txBox="1"/>
          <p:nvPr/>
        </p:nvSpPr>
        <p:spPr>
          <a:xfrm>
            <a:off x="1807920" y="375120"/>
            <a:ext cx="4497120" cy="6410160"/>
          </a:xfrm>
          <a:prstGeom prst="rect">
            <a:avLst/>
          </a:prstGeom>
          <a:noFill/>
          <a:ln w="0">
            <a:noFill/>
          </a:ln>
        </p:spPr>
        <p:txBody>
          <a:bodyPr lIns="90000" rIns="90000" tIns="45000" bIns="45000" anchor="t">
            <a:spAutoFit/>
          </a:bodyPr>
          <a:p>
            <a:r>
              <a:rPr b="1" lang="en-IN" sz="1600" strike="noStrike" u="none">
                <a:solidFill>
                  <a:srgbClr val="000000"/>
                </a:solidFill>
                <a:effectLst/>
                <a:uFillTx/>
                <a:latin typeface="Arial"/>
              </a:rPr>
              <a:t>Notes for Report Preparation</a:t>
            </a:r>
            <a:endParaRPr b="1" lang="en-IN" sz="1600" strike="noStrike" u="none">
              <a:solidFill>
                <a:srgbClr val="000000"/>
              </a:solidFill>
              <a:effectLst/>
              <a:uFillTx/>
              <a:latin typeface="Arial"/>
            </a:endParaRPr>
          </a:p>
          <a:p>
            <a:r>
              <a:rPr b="0" lang="en-IN" sz="1400" strike="noStrike" u="none">
                <a:solidFill>
                  <a:srgbClr val="000000"/>
                </a:solidFill>
                <a:effectLst/>
                <a:uFillTx/>
                <a:latin typeface="Arial"/>
              </a:rPr>
              <a:t>To make this section professional in your report:</a:t>
            </a:r>
            <a:endParaRPr b="0" lang="en-IN" sz="1400" strike="noStrike" u="none">
              <a:solidFill>
                <a:srgbClr val="000000"/>
              </a:solidFill>
              <a:effectLst/>
              <a:uFillTx/>
              <a:latin typeface="Arial"/>
            </a:endParaRPr>
          </a:p>
          <a:p>
            <a:r>
              <a:rPr b="0" lang="en-IN" sz="1400" strike="noStrike" u="none">
                <a:solidFill>
                  <a:srgbClr val="000000"/>
                </a:solidFill>
                <a:effectLst/>
                <a:uFillTx/>
                <a:latin typeface="Arial"/>
              </a:rPr>
              <a:t>Run your program in a C compiler (e.g., Code::Blocks, Dev C++, or Turbo C).</a:t>
            </a:r>
            <a:endParaRPr b="0" lang="en-IN" sz="1400" strike="noStrike" u="none">
              <a:solidFill>
                <a:srgbClr val="000000"/>
              </a:solidFill>
              <a:effectLst/>
              <a:uFillTx/>
              <a:latin typeface="Arial"/>
            </a:endParaRPr>
          </a:p>
          <a:p>
            <a:r>
              <a:rPr b="0" lang="en-IN" sz="1400" strike="noStrike" u="none">
                <a:solidFill>
                  <a:srgbClr val="000000"/>
                </a:solidFill>
                <a:effectLst/>
                <a:uFillTx/>
                <a:latin typeface="Arial"/>
              </a:rPr>
              <a:t>Take screenshots of:</a:t>
            </a:r>
            <a:endParaRPr b="0" lang="en-IN" sz="1400" strike="noStrike" u="none">
              <a:solidFill>
                <a:srgbClr val="000000"/>
              </a:solidFill>
              <a:effectLst/>
              <a:uFillTx/>
              <a:latin typeface="Arial"/>
            </a:endParaRPr>
          </a:p>
          <a:p>
            <a:r>
              <a:rPr b="0" lang="en-IN" sz="1400" strike="noStrike" u="none">
                <a:solidFill>
                  <a:srgbClr val="000000"/>
                </a:solidFill>
                <a:effectLst/>
                <a:uFillTx/>
                <a:latin typeface="Arial"/>
              </a:rPr>
              <a:t>The input screen (login/search menu).</a:t>
            </a:r>
            <a:endParaRPr b="0" lang="en-IN" sz="1400" strike="noStrike" u="none">
              <a:solidFill>
                <a:srgbClr val="000000"/>
              </a:solidFill>
              <a:effectLst/>
              <a:uFillTx/>
              <a:latin typeface="Arial"/>
            </a:endParaRPr>
          </a:p>
          <a:p>
            <a:r>
              <a:rPr b="0" lang="en-IN" sz="1400" strike="noStrike" u="none">
                <a:solidFill>
                  <a:srgbClr val="000000"/>
                </a:solidFill>
                <a:effectLst/>
                <a:uFillTx/>
                <a:latin typeface="Arial"/>
              </a:rPr>
              <a:t>The output/result screen (successful borrow/return message).</a:t>
            </a:r>
            <a:endParaRPr b="0" lang="en-IN" sz="1400" strike="noStrike" u="none">
              <a:solidFill>
                <a:srgbClr val="000000"/>
              </a:solidFill>
              <a:effectLst/>
              <a:uFillTx/>
              <a:latin typeface="Arial"/>
            </a:endParaRPr>
          </a:p>
          <a:p>
            <a:r>
              <a:rPr b="0" lang="en-IN" sz="1400" strike="noStrike" u="none">
                <a:solidFill>
                  <a:srgbClr val="000000"/>
                </a:solidFill>
                <a:effectLst/>
                <a:uFillTx/>
                <a:latin typeface="Arial"/>
              </a:rPr>
              <a:t>The text files (book list or transaction log).</a:t>
            </a:r>
            <a:endParaRPr b="0" lang="en-IN" sz="1400" strike="noStrike" u="none">
              <a:solidFill>
                <a:srgbClr val="000000"/>
              </a:solidFill>
              <a:effectLst/>
              <a:uFillTx/>
              <a:latin typeface="Arial"/>
            </a:endParaRPr>
          </a:p>
          <a:p>
            <a:r>
              <a:rPr b="0" lang="en-IN" sz="1400" strike="noStrike" u="none">
                <a:solidFill>
                  <a:srgbClr val="000000"/>
                </a:solidFill>
                <a:effectLst/>
                <a:uFillTx/>
                <a:latin typeface="Arial"/>
              </a:rPr>
              <a:t>Paste the screenshots in your document under each heading.</a:t>
            </a:r>
            <a:endParaRPr b="0" lang="en-IN" sz="1400" strike="noStrike" u="none">
              <a:solidFill>
                <a:srgbClr val="000000"/>
              </a:solidFill>
              <a:effectLst/>
              <a:uFillTx/>
              <a:latin typeface="Arial"/>
            </a:endParaRPr>
          </a:p>
          <a:p>
            <a:r>
              <a:rPr b="0" lang="en-IN" sz="1400" strike="noStrike" u="none">
                <a:solidFill>
                  <a:srgbClr val="000000"/>
                </a:solidFill>
                <a:effectLst/>
                <a:uFillTx/>
                <a:latin typeface="Arial"/>
              </a:rPr>
              <a:t>Add captions like:</a:t>
            </a:r>
            <a:endParaRPr b="0" lang="en-IN" sz="1400" strike="noStrike" u="none">
              <a:solidFill>
                <a:srgbClr val="000000"/>
              </a:solidFill>
              <a:effectLst/>
              <a:uFillTx/>
              <a:latin typeface="Arial"/>
            </a:endParaRPr>
          </a:p>
          <a:p>
            <a:r>
              <a:rPr b="0" lang="en-IN" sz="1400" strike="noStrike" u="none">
                <a:solidFill>
                  <a:srgbClr val="000000"/>
                </a:solidFill>
                <a:effectLst/>
                <a:uFillTx/>
                <a:latin typeface="Arial"/>
              </a:rPr>
              <a:t>Figure 1: User Input Screen</a:t>
            </a:r>
            <a:endParaRPr b="0" lang="en-IN" sz="1400" strike="noStrike" u="none">
              <a:solidFill>
                <a:srgbClr val="000000"/>
              </a:solidFill>
              <a:effectLst/>
              <a:uFillTx/>
              <a:latin typeface="Arial"/>
            </a:endParaRPr>
          </a:p>
          <a:p>
            <a:r>
              <a:rPr b="0" lang="en-IN" sz="1400" strike="noStrike" u="none">
                <a:solidFill>
                  <a:srgbClr val="000000"/>
                </a:solidFill>
                <a:effectLst/>
                <a:uFillTx/>
                <a:latin typeface="Arial"/>
              </a:rPr>
              <a:t>Figure 2: Borrow Book Output</a:t>
            </a:r>
            <a:endParaRPr b="0" lang="en-IN" sz="1400" strike="noStrike" u="none">
              <a:solidFill>
                <a:srgbClr val="000000"/>
              </a:solidFill>
              <a:effectLst/>
              <a:uFillTx/>
              <a:latin typeface="Arial"/>
            </a:endParaRPr>
          </a:p>
          <a:p>
            <a:r>
              <a:rPr b="0" lang="en-IN" sz="1400" strike="noStrike" u="none">
                <a:solidFill>
                  <a:srgbClr val="000000"/>
                </a:solidFill>
                <a:effectLst/>
                <a:uFillTx/>
                <a:latin typeface="Arial"/>
              </a:rPr>
              <a:t>Figure 3: File Storage Proof (books.txt)</a:t>
            </a:r>
            <a:endParaRPr b="0" lang="en-IN" sz="1400" strike="noStrike" u="none">
              <a:solidFill>
                <a:srgbClr val="000000"/>
              </a:solidFill>
              <a:effectLst/>
              <a:uFillTx/>
              <a:latin typeface="Arial"/>
            </a:endParaRPr>
          </a:p>
          <a:p>
            <a:endParaRPr b="0" lang="en-IN"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
          <p:cNvSpPr txBox="1"/>
          <p:nvPr/>
        </p:nvSpPr>
        <p:spPr>
          <a:xfrm>
            <a:off x="261360" y="-35280"/>
            <a:ext cx="7661160" cy="7404480"/>
          </a:xfrm>
          <a:prstGeom prst="rect">
            <a:avLst/>
          </a:prstGeom>
          <a:noFill/>
          <a:ln w="0">
            <a:noFill/>
          </a:ln>
        </p:spPr>
        <p:txBody>
          <a:bodyPr lIns="90000" rIns="90000" tIns="45000" bIns="45000" anchor="t">
            <a:spAutoFit/>
          </a:bodyPr>
          <a:p>
            <a:r>
              <a:rPr b="1" lang="en-IN" sz="2200" strike="noStrike" u="none">
                <a:solidFill>
                  <a:srgbClr val="000000"/>
                </a:solidFill>
                <a:effectLst/>
                <a:uFillTx/>
                <a:latin typeface="Arial"/>
              </a:rPr>
              <a:t>Results &amp; Discussion</a:t>
            </a:r>
            <a:endParaRPr b="1" lang="en-IN" sz="2200" strike="noStrike" u="none">
              <a:solidFill>
                <a:srgbClr val="000000"/>
              </a:solidFill>
              <a:effectLst/>
              <a:uFillTx/>
              <a:latin typeface="Arial"/>
            </a:endParaRPr>
          </a:p>
          <a:p>
            <a:endParaRPr b="0" lang="en-IN" sz="1000" strike="noStrike" u="none">
              <a:solidFill>
                <a:srgbClr val="000000"/>
              </a:solidFill>
              <a:effectLst/>
              <a:uFillTx/>
              <a:latin typeface="Arial"/>
            </a:endParaRPr>
          </a:p>
          <a:p>
            <a:r>
              <a:rPr b="1" lang="en-IN" sz="1600" strike="noStrike" u="none">
                <a:solidFill>
                  <a:srgbClr val="000000"/>
                </a:solidFill>
                <a:effectLst/>
                <a:uFillTx/>
                <a:latin typeface="Arial"/>
              </a:rPr>
              <a:t>🟢 </a:t>
            </a:r>
            <a:r>
              <a:rPr b="1" lang="en-IN" sz="2000" strike="noStrike" u="none">
                <a:solidFill>
                  <a:srgbClr val="000000"/>
                </a:solidFill>
                <a:effectLst/>
                <a:uFillTx/>
                <a:latin typeface="Arial"/>
              </a:rPr>
              <a:t>1. Summary of Outputs</a:t>
            </a:r>
            <a:endParaRPr b="1" lang="en-IN" sz="2000" strike="noStrike" u="none">
              <a:solidFill>
                <a:srgbClr val="000000"/>
              </a:solidFill>
              <a:effectLst/>
              <a:uFillTx/>
              <a:latin typeface="Arial"/>
            </a:endParaRPr>
          </a:p>
          <a:p>
            <a:r>
              <a:rPr b="0" lang="en-IN" sz="1100" strike="noStrike" u="none">
                <a:solidFill>
                  <a:srgbClr val="000000"/>
                </a:solidFill>
                <a:effectLst/>
                <a:uFillTx/>
                <a:latin typeface="Arial"/>
              </a:rPr>
              <a:t>The Mini Library Catalog System successfully performed all the core operations expected from a small-scale library management tool.</a:t>
            </a:r>
            <a:endParaRPr b="0" lang="en-IN" sz="1100" strike="noStrike" u="none">
              <a:solidFill>
                <a:srgbClr val="000000"/>
              </a:solidFill>
              <a:effectLst/>
              <a:uFillTx/>
              <a:latin typeface="Arial"/>
            </a:endParaRPr>
          </a:p>
          <a:p>
            <a:r>
              <a:rPr b="1" lang="en-IN" sz="1400" strike="noStrike" u="none">
                <a:solidFill>
                  <a:srgbClr val="000000"/>
                </a:solidFill>
                <a:effectLst/>
                <a:uFillTx/>
                <a:latin typeface="Arial"/>
              </a:rPr>
              <a:t>Observed Outputs:</a:t>
            </a:r>
            <a:endParaRPr b="1" lang="en-IN" sz="1400" strike="noStrike" u="none">
              <a:solidFill>
                <a:srgbClr val="000000"/>
              </a:solidFill>
              <a:effectLst/>
              <a:uFillTx/>
              <a:latin typeface="Arial"/>
            </a:endParaRPr>
          </a:p>
          <a:p>
            <a:r>
              <a:rPr b="0" lang="en-IN" sz="1100" strike="noStrike" u="none">
                <a:solidFill>
                  <a:srgbClr val="000000"/>
                </a:solidFill>
                <a:effectLst/>
                <a:uFillTx/>
                <a:latin typeface="Arial"/>
              </a:rPr>
              <a:t>Users were able to log in and search for books by title or author.</a:t>
            </a:r>
            <a:endParaRPr b="0" lang="en-IN" sz="1100" strike="noStrike" u="none">
              <a:solidFill>
                <a:srgbClr val="000000"/>
              </a:solidFill>
              <a:effectLst/>
              <a:uFillTx/>
              <a:latin typeface="Arial"/>
            </a:endParaRPr>
          </a:p>
          <a:p>
            <a:r>
              <a:rPr b="0" lang="en-IN" sz="1100" strike="noStrike" u="none">
                <a:solidFill>
                  <a:srgbClr val="000000"/>
                </a:solidFill>
                <a:effectLst/>
                <a:uFillTx/>
                <a:latin typeface="Arial"/>
              </a:rPr>
              <a:t>The system displayed book details and availability status correctly.</a:t>
            </a:r>
            <a:endParaRPr b="0" lang="en-IN" sz="1100" strike="noStrike" u="none">
              <a:solidFill>
                <a:srgbClr val="000000"/>
              </a:solidFill>
              <a:effectLst/>
              <a:uFillTx/>
              <a:latin typeface="Arial"/>
            </a:endParaRPr>
          </a:p>
          <a:p>
            <a:r>
              <a:rPr b="0" lang="en-IN" sz="1100" strike="noStrike" u="none">
                <a:solidFill>
                  <a:srgbClr val="000000"/>
                </a:solidFill>
                <a:effectLst/>
                <a:uFillTx/>
                <a:latin typeface="Arial"/>
              </a:rPr>
              <a:t>Borrow and return operations updated the book status in both memory and the file (books.txt).</a:t>
            </a:r>
            <a:endParaRPr b="0" lang="en-IN" sz="1100" strike="noStrike" u="none">
              <a:solidFill>
                <a:srgbClr val="000000"/>
              </a:solidFill>
              <a:effectLst/>
              <a:uFillTx/>
              <a:latin typeface="Arial"/>
            </a:endParaRPr>
          </a:p>
          <a:p>
            <a:r>
              <a:rPr b="0" lang="en-IN" sz="1100" strike="noStrike" u="none">
                <a:solidFill>
                  <a:srgbClr val="000000"/>
                </a:solidFill>
                <a:effectLst/>
                <a:uFillTx/>
                <a:latin typeface="Arial"/>
              </a:rPr>
              <a:t>Data was stored persistently using text files (books.txt, transactions.txt), which were successfully updated after each operation.</a:t>
            </a:r>
            <a:endParaRPr b="0" lang="en-IN" sz="1100" strike="noStrike" u="none">
              <a:solidFill>
                <a:srgbClr val="000000"/>
              </a:solidFill>
              <a:effectLst/>
              <a:uFillTx/>
              <a:latin typeface="Arial"/>
            </a:endParaRPr>
          </a:p>
          <a:p>
            <a:r>
              <a:rPr b="0" lang="en-IN" sz="1100" strike="noStrike" u="none">
                <a:solidFill>
                  <a:srgbClr val="000000"/>
                </a:solidFill>
                <a:effectLst/>
                <a:uFillTx/>
                <a:latin typeface="Arial"/>
              </a:rPr>
              <a:t>The system displayed confirmation messages for each transaction (borrow/return).</a:t>
            </a:r>
            <a:endParaRPr b="0" lang="en-IN" sz="1100" strike="noStrike" u="none">
              <a:solidFill>
                <a:srgbClr val="000000"/>
              </a:solidFill>
              <a:effectLst/>
              <a:uFillTx/>
              <a:latin typeface="Arial"/>
            </a:endParaRPr>
          </a:p>
          <a:p>
            <a:r>
              <a:rPr b="1" lang="en-IN" sz="1400" strike="noStrike" u="none">
                <a:solidFill>
                  <a:srgbClr val="000000"/>
                </a:solidFill>
                <a:effectLst/>
                <a:uFillTx/>
                <a:latin typeface="Arial"/>
              </a:rPr>
              <a:t>Sample Output Summary:</a:t>
            </a:r>
            <a:endParaRPr b="1" lang="en-IN" sz="1400" strike="noStrike" u="none">
              <a:solidFill>
                <a:srgbClr val="000000"/>
              </a:solidFill>
              <a:effectLst/>
              <a:uFillTx/>
              <a:latin typeface="Arial"/>
            </a:endParaRPr>
          </a:p>
          <a:p>
            <a:r>
              <a:rPr b="0" lang="en-IN" sz="1100" strike="noStrike" u="none">
                <a:solidFill>
                  <a:srgbClr val="000000"/>
                </a:solidFill>
                <a:effectLst/>
                <a:uFillTx/>
                <a:latin typeface="Arial"/>
              </a:rPr>
              <a:t>Operation</a:t>
            </a:r>
            <a:endParaRPr b="0" lang="en-IN" sz="1100" strike="noStrike" u="none">
              <a:solidFill>
                <a:srgbClr val="000000"/>
              </a:solidFill>
              <a:effectLst/>
              <a:uFillTx/>
              <a:latin typeface="Arial"/>
            </a:endParaRPr>
          </a:p>
          <a:p>
            <a:r>
              <a:rPr b="0" lang="en-IN" sz="1100" strike="noStrike" u="none">
                <a:solidFill>
                  <a:srgbClr val="000000"/>
                </a:solidFill>
                <a:effectLst/>
                <a:uFillTx/>
                <a:latin typeface="Arial"/>
              </a:rPr>
              <a:t>Input Example</a:t>
            </a:r>
            <a:endParaRPr b="0" lang="en-IN" sz="1100" strike="noStrike" u="none">
              <a:solidFill>
                <a:srgbClr val="000000"/>
              </a:solidFill>
              <a:effectLst/>
              <a:uFillTx/>
              <a:latin typeface="Arial"/>
            </a:endParaRPr>
          </a:p>
          <a:p>
            <a:r>
              <a:rPr b="0" lang="en-IN" sz="1100" strike="noStrike" u="none">
                <a:solidFill>
                  <a:srgbClr val="000000"/>
                </a:solidFill>
                <a:effectLst/>
                <a:uFillTx/>
                <a:latin typeface="Arial"/>
              </a:rPr>
              <a:t>Output Summary</a:t>
            </a:r>
            <a:endParaRPr b="0" lang="en-IN" sz="1100" strike="noStrike" u="none">
              <a:solidFill>
                <a:srgbClr val="000000"/>
              </a:solidFill>
              <a:effectLst/>
              <a:uFillTx/>
              <a:latin typeface="Arial"/>
            </a:endParaRPr>
          </a:p>
          <a:p>
            <a:endParaRPr b="0" lang="en-IN" sz="1100" strike="noStrike" u="none">
              <a:solidFill>
                <a:srgbClr val="000000"/>
              </a:solidFill>
              <a:effectLst/>
              <a:uFillTx/>
              <a:latin typeface="Arial"/>
            </a:endParaRPr>
          </a:p>
          <a:p>
            <a:r>
              <a:rPr b="0" lang="en-IN" sz="1100" strike="noStrike" u="none">
                <a:solidFill>
                  <a:srgbClr val="000000"/>
                </a:solidFill>
                <a:effectLst/>
                <a:uFillTx/>
                <a:latin typeface="Arial"/>
              </a:rPr>
              <a:t> </a:t>
            </a:r>
            <a:endParaRPr b="0" lang="en-IN"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
          <p:cNvSpPr txBox="1"/>
          <p:nvPr/>
        </p:nvSpPr>
        <p:spPr>
          <a:xfrm>
            <a:off x="1720440" y="938880"/>
            <a:ext cx="7328160" cy="4634640"/>
          </a:xfrm>
          <a:prstGeom prst="rect">
            <a:avLst/>
          </a:prstGeom>
          <a:noFill/>
          <a:ln w="0">
            <a:noFill/>
          </a:ln>
        </p:spPr>
        <p:txBody>
          <a:bodyPr lIns="90000" rIns="90000" tIns="45000" bIns="45000" anchor="t">
            <a:spAutoFit/>
          </a:bodyPr>
          <a:p>
            <a:r>
              <a:rPr b="0" lang="en-IN" sz="2000" strike="noStrike" u="none">
                <a:solidFill>
                  <a:srgbClr val="000000"/>
                </a:solidFill>
                <a:effectLst/>
                <a:uFillTx/>
                <a:latin typeface="Arial"/>
              </a:rPr>
              <a:t>Title = "Harry Potter"</a:t>
            </a:r>
            <a:endParaRPr b="0" lang="en-IN" sz="2000" strike="noStrike" u="none">
              <a:solidFill>
                <a:srgbClr val="000000"/>
              </a:solidFill>
              <a:effectLst/>
              <a:uFillTx/>
              <a:latin typeface="Arial"/>
            </a:endParaRPr>
          </a:p>
          <a:p>
            <a:r>
              <a:rPr b="0" lang="en-IN" sz="2000" strike="noStrike" u="none">
                <a:solidFill>
                  <a:srgbClr val="000000"/>
                </a:solidFill>
                <a:effectLst/>
                <a:uFillTx/>
                <a:latin typeface="Arial"/>
              </a:rPr>
              <a:t>Displays book details and current status</a:t>
            </a:r>
            <a:endParaRPr b="0" lang="en-IN" sz="2000" strike="noStrike" u="none">
              <a:solidFill>
                <a:srgbClr val="000000"/>
              </a:solidFill>
              <a:effectLst/>
              <a:uFillTx/>
              <a:latin typeface="Arial"/>
            </a:endParaRPr>
          </a:p>
          <a:p>
            <a:r>
              <a:rPr b="0" lang="en-IN" sz="2000" strike="noStrike" u="none">
                <a:solidFill>
                  <a:srgbClr val="000000"/>
                </a:solidFill>
                <a:effectLst/>
                <a:uFillTx/>
                <a:latin typeface="Arial"/>
              </a:rPr>
              <a:t>Borrow Book</a:t>
            </a:r>
            <a:endParaRPr b="0" lang="en-IN" sz="2000" strike="noStrike" u="none">
              <a:solidFill>
                <a:srgbClr val="000000"/>
              </a:solidFill>
              <a:effectLst/>
              <a:uFillTx/>
              <a:latin typeface="Arial"/>
            </a:endParaRPr>
          </a:p>
          <a:p>
            <a:r>
              <a:rPr b="0" lang="en-IN" sz="2000" strike="noStrike" u="none">
                <a:solidFill>
                  <a:srgbClr val="000000"/>
                </a:solidFill>
                <a:effectLst/>
                <a:uFillTx/>
                <a:latin typeface="Arial"/>
              </a:rPr>
              <a:t>Book ID = "B001"</a:t>
            </a:r>
            <a:endParaRPr b="0" lang="en-IN" sz="2000" strike="noStrike" u="none">
              <a:solidFill>
                <a:srgbClr val="000000"/>
              </a:solidFill>
              <a:effectLst/>
              <a:uFillTx/>
              <a:latin typeface="Arial"/>
            </a:endParaRPr>
          </a:p>
          <a:p>
            <a:r>
              <a:rPr b="0" lang="en-IN" sz="2000" strike="noStrike" u="none">
                <a:solidFill>
                  <a:srgbClr val="000000"/>
                </a:solidFill>
                <a:effectLst/>
                <a:uFillTx/>
                <a:latin typeface="Arial"/>
              </a:rPr>
              <a:t>Displays success message and updates status to Borrowed</a:t>
            </a:r>
            <a:endParaRPr b="0" lang="en-IN" sz="2000" strike="noStrike" u="none">
              <a:solidFill>
                <a:srgbClr val="000000"/>
              </a:solidFill>
              <a:effectLst/>
              <a:uFillTx/>
              <a:latin typeface="Arial"/>
            </a:endParaRPr>
          </a:p>
          <a:p>
            <a:r>
              <a:rPr b="0" lang="en-IN" sz="2000" strike="noStrike" u="none">
                <a:solidFill>
                  <a:srgbClr val="000000"/>
                </a:solidFill>
                <a:effectLst/>
                <a:uFillTx/>
                <a:latin typeface="Arial"/>
              </a:rPr>
              <a:t>Return Book</a:t>
            </a:r>
            <a:endParaRPr b="0" lang="en-IN" sz="2000" strike="noStrike" u="none">
              <a:solidFill>
                <a:srgbClr val="000000"/>
              </a:solidFill>
              <a:effectLst/>
              <a:uFillTx/>
              <a:latin typeface="Arial"/>
            </a:endParaRPr>
          </a:p>
          <a:p>
            <a:r>
              <a:rPr b="0" lang="en-IN" sz="2000" strike="noStrike" u="none">
                <a:solidFill>
                  <a:srgbClr val="000000"/>
                </a:solidFill>
                <a:effectLst/>
                <a:uFillTx/>
                <a:latin typeface="Arial"/>
              </a:rPr>
              <a:t>Book ID = "B001"</a:t>
            </a:r>
            <a:endParaRPr b="0" lang="en-IN" sz="2000" strike="noStrike" u="none">
              <a:solidFill>
                <a:srgbClr val="000000"/>
              </a:solidFill>
              <a:effectLst/>
              <a:uFillTx/>
              <a:latin typeface="Arial"/>
            </a:endParaRPr>
          </a:p>
          <a:p>
            <a:r>
              <a:rPr b="0" lang="en-IN" sz="2000" strike="noStrike" u="none">
                <a:solidFill>
                  <a:srgbClr val="000000"/>
                </a:solidFill>
                <a:effectLst/>
                <a:uFillTx/>
                <a:latin typeface="Arial"/>
              </a:rPr>
              <a:t>Confirms return and updates status to Available</a:t>
            </a:r>
            <a:endParaRPr b="0" lang="en-IN" sz="2000" strike="noStrike" u="none">
              <a:solidFill>
                <a:srgbClr val="000000"/>
              </a:solidFill>
              <a:effectLst/>
              <a:uFillTx/>
              <a:latin typeface="Arial"/>
            </a:endParaRPr>
          </a:p>
          <a:p>
            <a:r>
              <a:rPr b="0" lang="en-IN" sz="2000" strike="noStrike" u="none">
                <a:solidFill>
                  <a:srgbClr val="000000"/>
                </a:solidFill>
                <a:effectLst/>
                <a:uFillTx/>
                <a:latin typeface="Arial"/>
              </a:rPr>
              <a:t>File Save</a:t>
            </a:r>
            <a:endParaRPr b="0" lang="en-IN" sz="2000" strike="noStrike" u="none">
              <a:solidFill>
                <a:srgbClr val="000000"/>
              </a:solidFill>
              <a:effectLst/>
              <a:uFillTx/>
              <a:latin typeface="Arial"/>
            </a:endParaRPr>
          </a:p>
          <a:p>
            <a:r>
              <a:rPr b="0" lang="en-IN" sz="2000" strike="noStrike" u="none">
                <a:solidFill>
                  <a:srgbClr val="000000"/>
                </a:solidFill>
                <a:effectLst/>
                <a:uFillTx/>
                <a:latin typeface="Arial"/>
              </a:rPr>
              <a:t>Auto</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
          <p:cNvSpPr txBox="1"/>
          <p:nvPr/>
        </p:nvSpPr>
        <p:spPr>
          <a:xfrm>
            <a:off x="1288440" y="138600"/>
            <a:ext cx="6163200" cy="10148040"/>
          </a:xfrm>
          <a:prstGeom prst="rect">
            <a:avLst/>
          </a:prstGeom>
          <a:noFill/>
          <a:ln w="0">
            <a:noFill/>
          </a:ln>
        </p:spPr>
        <p:txBody>
          <a:bodyPr wrap="none" lIns="90000" rIns="90000" tIns="45000" bIns="45000" anchor="t">
            <a:spAutoFit/>
          </a:bodyPr>
          <a:p>
            <a:r>
              <a:rPr b="1" lang="en-IN" sz="1600" strike="noStrike" u="none">
                <a:solidFill>
                  <a:srgbClr val="000000"/>
                </a:solidFill>
                <a:effectLst/>
                <a:uFillTx/>
                <a:latin typeface="Arial"/>
              </a:rPr>
              <a:t>🔵 2. Comparison with Expected Results</a:t>
            </a:r>
            <a:endParaRPr b="1" lang="en-IN" sz="1600" strike="noStrike" u="none">
              <a:solidFill>
                <a:srgbClr val="000000"/>
              </a:solidFill>
              <a:effectLst/>
              <a:uFillTx/>
              <a:latin typeface="Arial"/>
            </a:endParaRPr>
          </a:p>
          <a:p>
            <a:r>
              <a:rPr b="0" lang="en-IN" sz="1800" strike="noStrike" u="none">
                <a:solidFill>
                  <a:srgbClr val="000000"/>
                </a:solidFill>
                <a:effectLst/>
                <a:uFillTx/>
                <a:latin typeface="Arial"/>
              </a:rPr>
              <a:t>Test Case</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Expected Output</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Actual Output</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Result</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Login with valid credentials</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Login successful</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Login successful</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 Pass</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Search for existing book</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Book found and displayed</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Book found and displayed</a:t>
            </a:r>
            <a:endParaRPr b="0" lang="en-IN" sz="1800" strike="noStrike" u="none">
              <a:solidFill>
                <a:srgbClr val="000000"/>
              </a:solidFill>
              <a:effectLst/>
              <a:uFillTx/>
              <a:latin typeface="Arial"/>
            </a:endParaRPr>
          </a:p>
          <a:p>
            <a:endParaRPr b="0" lang="en-IN"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
          <p:cNvSpPr txBox="1"/>
          <p:nvPr/>
        </p:nvSpPr>
        <p:spPr>
          <a:xfrm>
            <a:off x="1044000" y="1988280"/>
            <a:ext cx="7629120" cy="5417280"/>
          </a:xfrm>
          <a:prstGeom prst="rect">
            <a:avLst/>
          </a:prstGeom>
          <a:noFill/>
          <a:ln w="0">
            <a:noFill/>
          </a:ln>
        </p:spPr>
        <p:txBody>
          <a:bodyPr lIns="90000" rIns="90000" tIns="45000" bIns="45000" anchor="t">
            <a:spAutoFit/>
          </a:bodyPr>
          <a:p>
            <a:r>
              <a:rPr b="0" lang="en-IN" sz="2000" strike="noStrike" u="none">
                <a:solidFill>
                  <a:srgbClr val="000000"/>
                </a:solidFill>
                <a:effectLst/>
                <a:uFillTx/>
                <a:latin typeface="Arial"/>
              </a:rPr>
              <a:t>✅ Pass</a:t>
            </a:r>
            <a:endParaRPr b="0" lang="en-IN" sz="2000" strike="noStrike" u="none">
              <a:solidFill>
                <a:srgbClr val="000000"/>
              </a:solidFill>
              <a:effectLst/>
              <a:uFillTx/>
              <a:latin typeface="Arial"/>
            </a:endParaRPr>
          </a:p>
          <a:p>
            <a:r>
              <a:rPr b="0" lang="en-IN" sz="2000" strike="noStrike" u="none">
                <a:solidFill>
                  <a:srgbClr val="000000"/>
                </a:solidFill>
                <a:effectLst/>
                <a:uFillTx/>
                <a:latin typeface="Arial"/>
              </a:rPr>
              <a:t>Borrow available book</a:t>
            </a:r>
            <a:endParaRPr b="0" lang="en-IN" sz="2000" strike="noStrike" u="none">
              <a:solidFill>
                <a:srgbClr val="000000"/>
              </a:solidFill>
              <a:effectLst/>
              <a:uFillTx/>
              <a:latin typeface="Arial"/>
            </a:endParaRPr>
          </a:p>
          <a:p>
            <a:r>
              <a:rPr b="0" lang="en-IN" sz="2000" strike="noStrike" u="none">
                <a:solidFill>
                  <a:srgbClr val="000000"/>
                </a:solidFill>
                <a:effectLst/>
                <a:uFillTx/>
                <a:latin typeface="Arial"/>
              </a:rPr>
              <a:t>Book status changes to Borrowed</a:t>
            </a:r>
            <a:endParaRPr b="0" lang="en-IN" sz="2000" strike="noStrike" u="none">
              <a:solidFill>
                <a:srgbClr val="000000"/>
              </a:solidFill>
              <a:effectLst/>
              <a:uFillTx/>
              <a:latin typeface="Arial"/>
            </a:endParaRPr>
          </a:p>
          <a:p>
            <a:r>
              <a:rPr b="0" lang="en-IN" sz="2000" strike="noStrike" u="none">
                <a:solidFill>
                  <a:srgbClr val="000000"/>
                </a:solidFill>
                <a:effectLst/>
                <a:uFillTx/>
                <a:latin typeface="Arial"/>
              </a:rPr>
              <a:t>Book status updated and saved</a:t>
            </a:r>
            <a:endParaRPr b="0" lang="en-IN" sz="2000" strike="noStrike" u="none">
              <a:solidFill>
                <a:srgbClr val="000000"/>
              </a:solidFill>
              <a:effectLst/>
              <a:uFillTx/>
              <a:latin typeface="Arial"/>
            </a:endParaRPr>
          </a:p>
          <a:p>
            <a:r>
              <a:rPr b="0" lang="en-IN" sz="2000" strike="noStrike" u="none">
                <a:solidFill>
                  <a:srgbClr val="000000"/>
                </a:solidFill>
                <a:effectLst/>
                <a:uFillTx/>
                <a:latin typeface="Arial"/>
              </a:rPr>
              <a:t>✅ Pass</a:t>
            </a:r>
            <a:endParaRPr b="0" lang="en-IN" sz="2000" strike="noStrike" u="none">
              <a:solidFill>
                <a:srgbClr val="000000"/>
              </a:solidFill>
              <a:effectLst/>
              <a:uFillTx/>
              <a:latin typeface="Arial"/>
            </a:endParaRPr>
          </a:p>
          <a:p>
            <a:r>
              <a:rPr b="0" lang="en-IN" sz="2000" strike="noStrike" u="none">
                <a:solidFill>
                  <a:srgbClr val="000000"/>
                </a:solidFill>
                <a:effectLst/>
                <a:uFillTx/>
                <a:latin typeface="Arial"/>
              </a:rPr>
              <a:t>Return borrowed book</a:t>
            </a:r>
            <a:endParaRPr b="0" lang="en-IN" sz="2000" strike="noStrike" u="none">
              <a:solidFill>
                <a:srgbClr val="000000"/>
              </a:solidFill>
              <a:effectLst/>
              <a:uFillTx/>
              <a:latin typeface="Arial"/>
            </a:endParaRPr>
          </a:p>
          <a:p>
            <a:r>
              <a:rPr b="0" lang="en-IN" sz="2000" strike="noStrike" u="none">
                <a:solidFill>
                  <a:srgbClr val="000000"/>
                </a:solidFill>
                <a:effectLst/>
                <a:uFillTx/>
                <a:latin typeface="Arial"/>
              </a:rPr>
              <a:t>Book status changes to Available</a:t>
            </a:r>
            <a:endParaRPr b="0" lang="en-IN" sz="2000" strike="noStrike" u="none">
              <a:solidFill>
                <a:srgbClr val="000000"/>
              </a:solidFill>
              <a:effectLst/>
              <a:uFillTx/>
              <a:latin typeface="Arial"/>
            </a:endParaRPr>
          </a:p>
          <a:p>
            <a:r>
              <a:rPr b="0" lang="en-IN" sz="2000" strike="noStrike" u="none">
                <a:solidFill>
                  <a:srgbClr val="000000"/>
                </a:solidFill>
                <a:effectLst/>
                <a:uFillTx/>
                <a:latin typeface="Arial"/>
              </a:rPr>
              <a:t>Book returned successfully</a:t>
            </a:r>
            <a:endParaRPr b="0" lang="en-IN" sz="2000" strike="noStrike" u="none">
              <a:solidFill>
                <a:srgbClr val="000000"/>
              </a:solidFill>
              <a:effectLst/>
              <a:uFillTx/>
              <a:latin typeface="Arial"/>
            </a:endParaRPr>
          </a:p>
          <a:p>
            <a:r>
              <a:rPr b="0" lang="en-IN" sz="2000" strike="noStrike" u="none">
                <a:solidFill>
                  <a:srgbClr val="000000"/>
                </a:solidFill>
                <a:effectLst/>
                <a:uFillTx/>
                <a:latin typeface="Arial"/>
              </a:rPr>
              <a:t>✅ Pass</a:t>
            </a:r>
            <a:endParaRPr b="0" lang="en-IN" sz="2000" strike="noStrike" u="none">
              <a:solidFill>
                <a:srgbClr val="000000"/>
              </a:solidFill>
              <a:effectLst/>
              <a:uFillTx/>
              <a:latin typeface="Arial"/>
            </a:endParaRPr>
          </a:p>
          <a:p>
            <a:r>
              <a:rPr b="0" lang="en-IN" sz="2000" strike="noStrike" u="none">
                <a:solidFill>
                  <a:srgbClr val="000000"/>
                </a:solidFill>
                <a:effectLst/>
                <a:uFillTx/>
                <a:latin typeface="Arial"/>
              </a:rPr>
              <a:t>File storage test</a:t>
            </a:r>
            <a:endParaRPr b="0" lang="en-IN" sz="2000" strike="noStrike" u="none">
              <a:solidFill>
                <a:srgbClr val="000000"/>
              </a:solidFill>
              <a:effectLst/>
              <a:uFillTx/>
              <a:latin typeface="Arial"/>
            </a:endParaRPr>
          </a:p>
          <a:p>
            <a:r>
              <a:rPr b="0" lang="en-IN" sz="2000" strike="noStrike" u="none">
                <a:solidFill>
                  <a:srgbClr val="000000"/>
                </a:solidFill>
                <a:effectLst/>
                <a:uFillTx/>
                <a:latin typeface="Arial"/>
              </a:rPr>
              <a:t>Data saved persistently</a:t>
            </a:r>
            <a:endParaRPr b="0" lang="en-IN" sz="2000" strike="noStrike" u="none">
              <a:solidFill>
                <a:srgbClr val="000000"/>
              </a:solidFill>
              <a:effectLst/>
              <a:uFillTx/>
              <a:latin typeface="Arial"/>
            </a:endParaRPr>
          </a:p>
          <a:p>
            <a:r>
              <a:rPr b="0" lang="en-IN" sz="2000" strike="noStrike" u="none">
                <a:solidFill>
                  <a:srgbClr val="000000"/>
                </a:solidFill>
                <a:effectLst/>
                <a:uFillTx/>
                <a:latin typeface="Arial"/>
              </a:rPr>
              <a:t>Data successfully reloaded</a:t>
            </a:r>
            <a:endParaRPr b="0" lang="en-IN" sz="2000" strike="noStrike" u="none">
              <a:solidFill>
                <a:srgbClr val="000000"/>
              </a:solidFill>
              <a:effectLst/>
              <a:uFillTx/>
              <a:latin typeface="Arial"/>
            </a:endParaRPr>
          </a:p>
          <a:p>
            <a:r>
              <a:rPr b="0" lang="en-IN" sz="2000" strike="noStrike" u="none">
                <a:solidFill>
                  <a:srgbClr val="000000"/>
                </a:solidFill>
                <a:effectLst/>
                <a:uFillTx/>
                <a:latin typeface="Arial"/>
              </a:rPr>
              <a:t>✅ Pass</a:t>
            </a:r>
            <a:endParaRPr b="0" lang="en-IN" sz="2000" strike="noStrike" u="none">
              <a:solidFill>
                <a:srgbClr val="000000"/>
              </a:solidFill>
              <a:effectLst/>
              <a:uFillTx/>
              <a:latin typeface="Arial"/>
            </a:endParaRPr>
          </a:p>
          <a:p>
            <a:r>
              <a:rPr b="0" lang="en-IN" sz="2000" strike="noStrike" u="none">
                <a:solidFill>
                  <a:srgbClr val="000000"/>
                </a:solidFill>
                <a:effectLst/>
                <a:uFillTx/>
                <a:latin typeface="Arial"/>
              </a:rPr>
              <a:t>✅ All test cases matched expected results with no major functional errors.</a:t>
            </a:r>
            <a:endParaRPr b="0" lang="en-IN" sz="2000" strike="noStrike" u="none">
              <a:solidFill>
                <a:srgbClr val="000000"/>
              </a:solidFill>
              <a:effectLst/>
              <a:uFillTx/>
              <a:latin typeface="Arial"/>
            </a:endParaRPr>
          </a:p>
          <a:p>
            <a:endParaRPr b="0" lang="en-IN" sz="1000" strike="noStrike" u="none">
              <a:solidFill>
                <a:srgbClr val="000000"/>
              </a:solidFill>
              <a:effectLst/>
              <a:uFillTx/>
              <a:latin typeface="Arial"/>
            </a:endParaRPr>
          </a:p>
        </p:txBody>
      </p:sp>
      <p:sp>
        <p:nvSpPr>
          <p:cNvPr id="168" name=""/>
          <p:cNvSpPr txBox="1"/>
          <p:nvPr/>
        </p:nvSpPr>
        <p:spPr>
          <a:xfrm>
            <a:off x="1080720" y="318960"/>
            <a:ext cx="5569560" cy="1537560"/>
          </a:xfrm>
          <a:prstGeom prst="rect">
            <a:avLst/>
          </a:prstGeom>
          <a:noFill/>
          <a:ln w="0">
            <a:noFill/>
          </a:ln>
        </p:spPr>
        <p:txBody>
          <a:bodyPr lIns="90000" rIns="90000" tIns="45000" bIns="45000" anchor="t">
            <a:spAutoFit/>
          </a:bodyPr>
          <a:p>
            <a:r>
              <a:rPr b="0" lang="en-IN" sz="2000" strike="noStrike" u="none">
                <a:solidFill>
                  <a:srgbClr val="000000"/>
                </a:solidFill>
                <a:effectLst/>
                <a:uFillTx/>
                <a:latin typeface="Arial"/>
              </a:rPr>
              <a:t>✅ Pass</a:t>
            </a:r>
            <a:endParaRPr b="0" lang="en-IN" sz="2000" strike="noStrike" u="none">
              <a:solidFill>
                <a:srgbClr val="000000"/>
              </a:solidFill>
              <a:effectLst/>
              <a:uFillTx/>
              <a:latin typeface="Arial"/>
            </a:endParaRPr>
          </a:p>
          <a:p>
            <a:r>
              <a:rPr b="0" lang="en-IN" sz="2000" strike="noStrike" u="none">
                <a:solidFill>
                  <a:srgbClr val="000000"/>
                </a:solidFill>
                <a:effectLst/>
                <a:uFillTx/>
                <a:latin typeface="Arial"/>
              </a:rPr>
              <a:t>Search for non-existent book</a:t>
            </a:r>
            <a:endParaRPr b="0" lang="en-IN" sz="2000" strike="noStrike" u="none">
              <a:solidFill>
                <a:srgbClr val="000000"/>
              </a:solidFill>
              <a:effectLst/>
              <a:uFillTx/>
              <a:latin typeface="Arial"/>
            </a:endParaRPr>
          </a:p>
          <a:p>
            <a:r>
              <a:rPr b="0" lang="en-IN" sz="2000" strike="noStrike" u="none">
                <a:solidFill>
                  <a:srgbClr val="000000"/>
                </a:solidFill>
                <a:effectLst/>
                <a:uFillTx/>
                <a:latin typeface="Arial"/>
              </a:rPr>
              <a:t>“Book not found” message</a:t>
            </a:r>
            <a:endParaRPr b="0" lang="en-IN" sz="2000" strike="noStrike" u="none">
              <a:solidFill>
                <a:srgbClr val="000000"/>
              </a:solidFill>
              <a:effectLst/>
              <a:uFillTx/>
              <a:latin typeface="Arial"/>
            </a:endParaRPr>
          </a:p>
          <a:p>
            <a:r>
              <a:rPr b="0" lang="en-IN" sz="2000" strike="noStrike" u="none">
                <a:solidFill>
                  <a:srgbClr val="000000"/>
                </a:solidFill>
                <a:effectLst/>
                <a:uFillTx/>
                <a:latin typeface="Arial"/>
              </a:rPr>
              <a:t>“Book not found” message</a:t>
            </a:r>
            <a:endParaRPr b="0" lang="en-IN" sz="2000" strike="noStrike" u="none">
              <a:solidFill>
                <a:srgbClr val="000000"/>
              </a:solidFill>
              <a:effectLst/>
              <a:uFillTx/>
              <a:latin typeface="Arial"/>
            </a:endParaRPr>
          </a:p>
          <a:p>
            <a:endParaRPr b="0" lang="en-IN"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
          <p:cNvSpPr txBox="1"/>
          <p:nvPr/>
        </p:nvSpPr>
        <p:spPr>
          <a:xfrm>
            <a:off x="2452680" y="180360"/>
            <a:ext cx="4710240" cy="6666480"/>
          </a:xfrm>
          <a:prstGeom prst="rect">
            <a:avLst/>
          </a:prstGeom>
          <a:noFill/>
          <a:ln w="0">
            <a:noFill/>
          </a:ln>
        </p:spPr>
        <p:txBody>
          <a:bodyPr lIns="90000" rIns="90000" tIns="45000" bIns="45000" anchor="t">
            <a:spAutoFit/>
          </a:bodyPr>
          <a:p>
            <a:r>
              <a:rPr b="1" lang="en-IN" sz="1600" strike="noStrike" u="none">
                <a:solidFill>
                  <a:srgbClr val="000000"/>
                </a:solidFill>
                <a:effectLst/>
                <a:uFillTx/>
                <a:latin typeface="Arial"/>
              </a:rPr>
              <a:t>🟡 3. Accuracy and Performance Observations</a:t>
            </a:r>
            <a:endParaRPr b="1" lang="en-IN" sz="1600" strike="noStrike" u="none">
              <a:solidFill>
                <a:srgbClr val="000000"/>
              </a:solidFill>
              <a:effectLst/>
              <a:uFillTx/>
              <a:latin typeface="Arial"/>
            </a:endParaRPr>
          </a:p>
          <a:p>
            <a:r>
              <a:rPr b="0" lang="en-IN" sz="1400" strike="noStrike" u="none">
                <a:solidFill>
                  <a:srgbClr val="000000"/>
                </a:solidFill>
                <a:effectLst/>
                <a:uFillTx/>
                <a:latin typeface="Arial"/>
              </a:rPr>
              <a:t>Aspect</a:t>
            </a:r>
            <a:endParaRPr b="0" lang="en-IN" sz="1400" strike="noStrike" u="none">
              <a:solidFill>
                <a:srgbClr val="000000"/>
              </a:solidFill>
              <a:effectLst/>
              <a:uFillTx/>
              <a:latin typeface="Arial"/>
            </a:endParaRPr>
          </a:p>
          <a:p>
            <a:r>
              <a:rPr b="0" lang="en-IN" sz="1400" strike="noStrike" u="none">
                <a:solidFill>
                  <a:srgbClr val="000000"/>
                </a:solidFill>
                <a:effectLst/>
                <a:uFillTx/>
                <a:latin typeface="Arial"/>
              </a:rPr>
              <a:t>Observation</a:t>
            </a:r>
            <a:endParaRPr b="0" lang="en-IN" sz="1400" strike="noStrike" u="none">
              <a:solidFill>
                <a:srgbClr val="000000"/>
              </a:solidFill>
              <a:effectLst/>
              <a:uFillTx/>
              <a:latin typeface="Arial"/>
            </a:endParaRPr>
          </a:p>
          <a:p>
            <a:r>
              <a:rPr b="0" lang="en-IN" sz="1400" strike="noStrike" u="none">
                <a:solidFill>
                  <a:srgbClr val="000000"/>
                </a:solidFill>
                <a:effectLst/>
                <a:uFillTx/>
                <a:latin typeface="Arial"/>
              </a:rPr>
              <a:t>Remarks</a:t>
            </a:r>
            <a:endParaRPr b="0" lang="en-IN" sz="1400" strike="noStrike" u="none">
              <a:solidFill>
                <a:srgbClr val="000000"/>
              </a:solidFill>
              <a:effectLst/>
              <a:uFillTx/>
              <a:latin typeface="Arial"/>
            </a:endParaRPr>
          </a:p>
          <a:p>
            <a:r>
              <a:rPr b="0" lang="en-IN" sz="1400" strike="noStrike" u="none">
                <a:solidFill>
                  <a:srgbClr val="000000"/>
                </a:solidFill>
                <a:effectLst/>
                <a:uFillTx/>
                <a:latin typeface="Arial"/>
              </a:rPr>
              <a:t>Accuracy</a:t>
            </a:r>
            <a:endParaRPr b="0" lang="en-IN" sz="1400" strike="noStrike" u="none">
              <a:solidFill>
                <a:srgbClr val="000000"/>
              </a:solidFill>
              <a:effectLst/>
              <a:uFillTx/>
              <a:latin typeface="Arial"/>
            </a:endParaRPr>
          </a:p>
          <a:p>
            <a:r>
              <a:rPr b="0" lang="en-IN" sz="1400" strike="noStrike" u="none">
                <a:solidFill>
                  <a:srgbClr val="000000"/>
                </a:solidFill>
                <a:effectLst/>
                <a:uFillTx/>
                <a:latin typeface="Arial"/>
              </a:rPr>
              <a:t>Book search results were 100% accurate for exact title matches.</a:t>
            </a:r>
            <a:endParaRPr b="0" lang="en-IN" sz="1400" strike="noStrike" u="none">
              <a:solidFill>
                <a:srgbClr val="000000"/>
              </a:solidFill>
              <a:effectLst/>
              <a:uFillTx/>
              <a:latin typeface="Arial"/>
            </a:endParaRPr>
          </a:p>
          <a:p>
            <a:r>
              <a:rPr b="0" lang="en-IN" sz="1400" strike="noStrike" u="none">
                <a:solidFill>
                  <a:srgbClr val="000000"/>
                </a:solidFill>
                <a:effectLst/>
                <a:uFillTx/>
                <a:latin typeface="Arial"/>
              </a:rPr>
              <a:t>Could be improved with partial keyword search.</a:t>
            </a:r>
            <a:endParaRPr b="0" lang="en-IN" sz="1400" strike="noStrike" u="none">
              <a:solidFill>
                <a:srgbClr val="000000"/>
              </a:solidFill>
              <a:effectLst/>
              <a:uFillTx/>
              <a:latin typeface="Arial"/>
            </a:endParaRPr>
          </a:p>
          <a:p>
            <a:r>
              <a:rPr b="0" lang="en-IN" sz="1400" strike="noStrike" u="none">
                <a:solidFill>
                  <a:srgbClr val="000000"/>
                </a:solidFill>
                <a:effectLst/>
                <a:uFillTx/>
                <a:latin typeface="Arial"/>
              </a:rPr>
              <a:t>Speed</a:t>
            </a:r>
            <a:endParaRPr b="0" lang="en-IN" sz="1400" strike="noStrike" u="none">
              <a:solidFill>
                <a:srgbClr val="000000"/>
              </a:solidFill>
              <a:effectLst/>
              <a:uFillTx/>
              <a:latin typeface="Arial"/>
            </a:endParaRPr>
          </a:p>
          <a:p>
            <a:r>
              <a:rPr b="0" lang="en-IN" sz="1400" strike="noStrike" u="none">
                <a:solidFill>
                  <a:srgbClr val="000000"/>
                </a:solidFill>
                <a:effectLst/>
                <a:uFillTx/>
                <a:latin typeface="Arial"/>
              </a:rPr>
              <a:t>Operations executed instantly (&lt;1 second).</a:t>
            </a:r>
            <a:endParaRPr b="0" lang="en-IN" sz="1400" strike="noStrike" u="none">
              <a:solidFill>
                <a:srgbClr val="000000"/>
              </a:solidFill>
              <a:effectLst/>
              <a:uFillTx/>
              <a:latin typeface="Arial"/>
            </a:endParaRPr>
          </a:p>
          <a:p>
            <a:r>
              <a:rPr b="0" lang="en-IN" sz="1400" strike="noStrike" u="none">
                <a:solidFill>
                  <a:srgbClr val="000000"/>
                </a:solidFill>
                <a:effectLst/>
                <a:uFillTx/>
                <a:latin typeface="Arial"/>
              </a:rPr>
              <a:t>Suitable for small datasets (&lt;500 books).</a:t>
            </a:r>
            <a:endParaRPr b="0" lang="en-IN" sz="1400" strike="noStrike" u="none">
              <a:solidFill>
                <a:srgbClr val="000000"/>
              </a:solidFill>
              <a:effectLst/>
              <a:uFillTx/>
              <a:latin typeface="Arial"/>
            </a:endParaRPr>
          </a:p>
          <a:p>
            <a:r>
              <a:rPr b="0" lang="en-IN" sz="1400" strike="noStrike" u="none">
                <a:solidFill>
                  <a:srgbClr val="000000"/>
                </a:solidFill>
                <a:effectLst/>
                <a:uFillTx/>
                <a:latin typeface="Arial"/>
              </a:rPr>
              <a:t>Data Persistence</a:t>
            </a:r>
            <a:endParaRPr b="0" lang="en-IN" sz="1400" strike="noStrike" u="none">
              <a:solidFill>
                <a:srgbClr val="000000"/>
              </a:solidFill>
              <a:effectLst/>
              <a:uFillTx/>
              <a:latin typeface="Arial"/>
            </a:endParaRPr>
          </a:p>
          <a:p>
            <a:r>
              <a:rPr b="0" lang="en-IN" sz="1400" strike="noStrike" u="none">
                <a:solidFill>
                  <a:srgbClr val="000000"/>
                </a:solidFill>
                <a:effectLst/>
                <a:uFillTx/>
                <a:latin typeface="Arial"/>
              </a:rPr>
              <a:t>File read/write operations were accurate.</a:t>
            </a:r>
            <a:endParaRPr b="0" lang="en-IN" sz="1400" strike="noStrike" u="none">
              <a:solidFill>
                <a:srgbClr val="000000"/>
              </a:solidFill>
              <a:effectLst/>
              <a:uFillTx/>
              <a:latin typeface="Arial"/>
            </a:endParaRPr>
          </a:p>
          <a:p>
            <a:endParaRPr b="0" lang="en-IN"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
          <p:cNvSpPr txBox="1"/>
          <p:nvPr/>
        </p:nvSpPr>
        <p:spPr>
          <a:xfrm>
            <a:off x="1551960" y="665280"/>
            <a:ext cx="10182960" cy="4267080"/>
          </a:xfrm>
          <a:prstGeom prst="rect">
            <a:avLst/>
          </a:prstGeom>
          <a:noFill/>
          <a:ln w="0">
            <a:noFill/>
          </a:ln>
        </p:spPr>
        <p:txBody>
          <a:bodyPr lIns="90000" rIns="90000" tIns="45000" bIns="45000" anchor="t">
            <a:spAutoFit/>
          </a:bodyPr>
          <a:p>
            <a:r>
              <a:rPr b="0" lang="en-IN" sz="2200" strike="noStrike" u="none">
                <a:solidFill>
                  <a:srgbClr val="000000"/>
                </a:solidFill>
                <a:effectLst/>
                <a:uFillTx/>
                <a:latin typeface="Arial"/>
              </a:rPr>
              <a:t>Data remained intact between runs.</a:t>
            </a:r>
            <a:endParaRPr b="0" lang="en-IN" sz="2200" strike="noStrike" u="none">
              <a:solidFill>
                <a:srgbClr val="000000"/>
              </a:solidFill>
              <a:effectLst/>
              <a:uFillTx/>
              <a:latin typeface="Arial"/>
            </a:endParaRPr>
          </a:p>
          <a:p>
            <a:r>
              <a:rPr b="0" lang="en-IN" sz="2200" strike="noStrike" u="none">
                <a:solidFill>
                  <a:srgbClr val="000000"/>
                </a:solidFill>
                <a:effectLst/>
                <a:uFillTx/>
                <a:latin typeface="Arial"/>
              </a:rPr>
              <a:t>Error Handling</a:t>
            </a:r>
            <a:endParaRPr b="0" lang="en-IN" sz="2200" strike="noStrike" u="none">
              <a:solidFill>
                <a:srgbClr val="000000"/>
              </a:solidFill>
              <a:effectLst/>
              <a:uFillTx/>
              <a:latin typeface="Arial"/>
            </a:endParaRPr>
          </a:p>
          <a:p>
            <a:r>
              <a:rPr b="0" lang="en-IN" sz="2200" strike="noStrike" u="none">
                <a:solidFill>
                  <a:srgbClr val="000000"/>
                </a:solidFill>
                <a:effectLst/>
                <a:uFillTx/>
                <a:latin typeface="Arial"/>
              </a:rPr>
              <a:t>Handled missing file errors gracefully.</a:t>
            </a:r>
            <a:endParaRPr b="0" lang="en-IN" sz="2200" strike="noStrike" u="none">
              <a:solidFill>
                <a:srgbClr val="000000"/>
              </a:solidFill>
              <a:effectLst/>
              <a:uFillTx/>
              <a:latin typeface="Arial"/>
            </a:endParaRPr>
          </a:p>
          <a:p>
            <a:r>
              <a:rPr b="0" lang="en-IN" sz="2200" strike="noStrike" u="none">
                <a:solidFill>
                  <a:srgbClr val="000000"/>
                </a:solidFill>
                <a:effectLst/>
                <a:uFillTx/>
                <a:latin typeface="Arial"/>
              </a:rPr>
              <a:t>Displayed appropriate error messages.</a:t>
            </a:r>
            <a:endParaRPr b="0" lang="en-IN" sz="2200" strike="noStrike" u="none">
              <a:solidFill>
                <a:srgbClr val="000000"/>
              </a:solidFill>
              <a:effectLst/>
              <a:uFillTx/>
              <a:latin typeface="Arial"/>
            </a:endParaRPr>
          </a:p>
          <a:p>
            <a:r>
              <a:rPr b="0" lang="en-IN" sz="2200" strike="noStrike" u="none">
                <a:solidFill>
                  <a:srgbClr val="000000"/>
                </a:solidFill>
                <a:effectLst/>
                <a:uFillTx/>
                <a:latin typeface="Arial"/>
              </a:rPr>
              <a:t>✅ Overall System Accuracy: ~98%</a:t>
            </a:r>
            <a:endParaRPr b="0" lang="en-IN" sz="2200" strike="noStrike" u="none">
              <a:solidFill>
                <a:srgbClr val="000000"/>
              </a:solidFill>
              <a:effectLst/>
              <a:uFillTx/>
              <a:latin typeface="Arial"/>
            </a:endParaRPr>
          </a:p>
          <a:p>
            <a:r>
              <a:rPr b="0" lang="en-IN" sz="2200" strike="noStrike" u="none">
                <a:solidFill>
                  <a:srgbClr val="000000"/>
                </a:solidFill>
                <a:effectLst/>
                <a:uFillTx/>
                <a:latin typeface="Arial"/>
              </a:rPr>
              <a:t>⚙️ Performance: Efficient for small to medium data volumes.</a:t>
            </a:r>
            <a:endParaRPr b="0" lang="en-IN" sz="2200" strike="noStrike" u="none">
              <a:solidFill>
                <a:srgbClr val="000000"/>
              </a:solidFill>
              <a:effectLst/>
              <a:uFillTx/>
              <a:latin typeface="Arial"/>
            </a:endParaRPr>
          </a:p>
          <a:p>
            <a:endParaRPr b="0" lang="en-IN"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
          <p:cNvSpPr txBox="1"/>
          <p:nvPr/>
        </p:nvSpPr>
        <p:spPr>
          <a:xfrm>
            <a:off x="1150200" y="249480"/>
            <a:ext cx="6357960" cy="8043480"/>
          </a:xfrm>
          <a:prstGeom prst="rect">
            <a:avLst/>
          </a:prstGeom>
          <a:noFill/>
          <a:ln w="0">
            <a:noFill/>
          </a:ln>
        </p:spPr>
        <p:txBody>
          <a:bodyPr lIns="90000" rIns="90000" tIns="45000" bIns="45000" anchor="t">
            <a:spAutoFit/>
          </a:bodyPr>
          <a:p>
            <a:r>
              <a:rPr b="1" lang="en-IN" sz="1600" strike="noStrike" u="none">
                <a:solidFill>
                  <a:srgbClr val="000000"/>
                </a:solidFill>
                <a:effectLst/>
                <a:uFillTx/>
                <a:latin typeface="Arial"/>
              </a:rPr>
              <a:t>🔴 4. Challenges Faced and How They Were Resolved</a:t>
            </a:r>
            <a:endParaRPr b="1" lang="en-IN" sz="1600" strike="noStrike" u="none">
              <a:solidFill>
                <a:srgbClr val="000000"/>
              </a:solidFill>
              <a:effectLst/>
              <a:uFillTx/>
              <a:latin typeface="Arial"/>
            </a:endParaRPr>
          </a:p>
          <a:p>
            <a:r>
              <a:rPr b="0" lang="en-IN" sz="1300" strike="noStrike" u="none">
                <a:solidFill>
                  <a:srgbClr val="000000"/>
                </a:solidFill>
                <a:effectLst/>
                <a:uFillTx/>
                <a:latin typeface="Arial"/>
              </a:rPr>
              <a:t>Challenge</a:t>
            </a:r>
            <a:endParaRPr b="0" lang="en-IN" sz="1300" strike="noStrike" u="none">
              <a:solidFill>
                <a:srgbClr val="000000"/>
              </a:solidFill>
              <a:effectLst/>
              <a:uFillTx/>
              <a:latin typeface="Arial"/>
            </a:endParaRPr>
          </a:p>
          <a:p>
            <a:r>
              <a:rPr b="0" lang="en-IN" sz="1300" strike="noStrike" u="none">
                <a:solidFill>
                  <a:srgbClr val="000000"/>
                </a:solidFill>
                <a:effectLst/>
                <a:uFillTx/>
                <a:latin typeface="Arial"/>
              </a:rPr>
              <a:t>Description</a:t>
            </a:r>
            <a:endParaRPr b="0" lang="en-IN" sz="1300" strike="noStrike" u="none">
              <a:solidFill>
                <a:srgbClr val="000000"/>
              </a:solidFill>
              <a:effectLst/>
              <a:uFillTx/>
              <a:latin typeface="Arial"/>
            </a:endParaRPr>
          </a:p>
          <a:p>
            <a:r>
              <a:rPr b="0" lang="en-IN" sz="1300" strike="noStrike" u="none">
                <a:solidFill>
                  <a:srgbClr val="000000"/>
                </a:solidFill>
                <a:effectLst/>
                <a:uFillTx/>
                <a:latin typeface="Arial"/>
              </a:rPr>
              <a:t>Solution / Resolution</a:t>
            </a:r>
            <a:endParaRPr b="0" lang="en-IN" sz="1300" strike="noStrike" u="none">
              <a:solidFill>
                <a:srgbClr val="000000"/>
              </a:solidFill>
              <a:effectLst/>
              <a:uFillTx/>
              <a:latin typeface="Arial"/>
            </a:endParaRPr>
          </a:p>
          <a:p>
            <a:r>
              <a:rPr b="0" lang="en-IN" sz="1300" strike="noStrike" u="none">
                <a:solidFill>
                  <a:srgbClr val="000000"/>
                </a:solidFill>
                <a:effectLst/>
                <a:uFillTx/>
                <a:latin typeface="Arial"/>
              </a:rPr>
              <a:t>File handling errors</a:t>
            </a:r>
            <a:endParaRPr b="0" lang="en-IN" sz="1300" strike="noStrike" u="none">
              <a:solidFill>
                <a:srgbClr val="000000"/>
              </a:solidFill>
              <a:effectLst/>
              <a:uFillTx/>
              <a:latin typeface="Arial"/>
            </a:endParaRPr>
          </a:p>
          <a:p>
            <a:r>
              <a:rPr b="0" lang="en-IN" sz="1300" strike="noStrike" u="none">
                <a:solidFill>
                  <a:srgbClr val="000000"/>
                </a:solidFill>
                <a:effectLst/>
                <a:uFillTx/>
                <a:latin typeface="Arial"/>
              </a:rPr>
              <a:t>Early tests failed to save updates correctly when using fprintf() with incorrect format strings.</a:t>
            </a:r>
            <a:endParaRPr b="0" lang="en-IN" sz="1300" strike="noStrike" u="none">
              <a:solidFill>
                <a:srgbClr val="000000"/>
              </a:solidFill>
              <a:effectLst/>
              <a:uFillTx/>
              <a:latin typeface="Arial"/>
            </a:endParaRPr>
          </a:p>
          <a:p>
            <a:r>
              <a:rPr b="0" lang="en-IN" sz="1300" strike="noStrike" u="none">
                <a:solidFill>
                  <a:srgbClr val="000000"/>
                </a:solidFill>
                <a:effectLst/>
                <a:uFillTx/>
                <a:latin typeface="Arial"/>
              </a:rPr>
              <a:t>Fixed by ensuring consistent delimiters (, commas) in both reading and writing operations.</a:t>
            </a:r>
            <a:endParaRPr b="0" lang="en-IN" sz="1300" strike="noStrike" u="none">
              <a:solidFill>
                <a:srgbClr val="000000"/>
              </a:solidFill>
              <a:effectLst/>
              <a:uFillTx/>
              <a:latin typeface="Arial"/>
            </a:endParaRPr>
          </a:p>
          <a:p>
            <a:r>
              <a:rPr b="0" lang="en-IN" sz="1300" strike="noStrike" u="none">
                <a:solidFill>
                  <a:srgbClr val="000000"/>
                </a:solidFill>
                <a:effectLst/>
                <a:uFillTx/>
                <a:latin typeface="Arial"/>
              </a:rPr>
              <a:t>Data not updating properly</a:t>
            </a:r>
            <a:endParaRPr b="0" lang="en-IN" sz="1300" strike="noStrike" u="none">
              <a:solidFill>
                <a:srgbClr val="000000"/>
              </a:solidFill>
              <a:effectLst/>
              <a:uFillTx/>
              <a:latin typeface="Arial"/>
            </a:endParaRPr>
          </a:p>
          <a:p>
            <a:r>
              <a:rPr b="0" lang="en-IN" sz="1300" strike="noStrike" u="none">
                <a:solidFill>
                  <a:srgbClr val="000000"/>
                </a:solidFill>
                <a:effectLst/>
                <a:uFillTx/>
                <a:latin typeface="Arial"/>
              </a:rPr>
              <a:t>Book status remained unchanged after borrowing due to array index mismatch.</a:t>
            </a:r>
            <a:endParaRPr b="0" lang="en-IN" sz="1300" strike="noStrike" u="none">
              <a:solidFill>
                <a:srgbClr val="000000"/>
              </a:solidFill>
              <a:effectLst/>
              <a:uFillTx/>
              <a:latin typeface="Arial"/>
            </a:endParaRPr>
          </a:p>
          <a:p>
            <a:r>
              <a:rPr b="0" lang="en-IN" sz="1300" strike="noStrike" u="none">
                <a:solidFill>
                  <a:srgbClr val="000000"/>
                </a:solidFill>
                <a:effectLst/>
                <a:uFillTx/>
                <a:latin typeface="Arial"/>
              </a:rPr>
              <a:t>Implemented consistent for loop control and used correct array index references.</a:t>
            </a:r>
            <a:endParaRPr b="0" lang="en-IN" sz="1300" strike="noStrike" u="none">
              <a:solidFill>
                <a:srgbClr val="000000"/>
              </a:solidFill>
              <a:effectLst/>
              <a:uFillTx/>
              <a:latin typeface="Arial"/>
            </a:endParaRPr>
          </a:p>
          <a:p>
            <a:r>
              <a:rPr b="0" lang="en-IN" sz="1300" strike="noStrike" u="none">
                <a:solidFill>
                  <a:srgbClr val="000000"/>
                </a:solidFill>
                <a:effectLst/>
                <a:uFillTx/>
                <a:latin typeface="Arial"/>
              </a:rPr>
              <a:t>Input buffer issues</a:t>
            </a:r>
            <a:endParaRPr b="0" lang="en-IN" sz="1300" strike="noStrike" u="none">
              <a:solidFill>
                <a:srgbClr val="000000"/>
              </a:solidFill>
              <a:effectLst/>
              <a:uFillTx/>
              <a:latin typeface="Arial"/>
            </a:endParaRPr>
          </a:p>
          <a:p>
            <a:r>
              <a:rPr b="0" lang="en-IN" sz="1300" strike="noStrike" u="none">
                <a:solidFill>
                  <a:srgbClr val="000000"/>
                </a:solidFill>
                <a:effectLst/>
                <a:uFillTx/>
                <a:latin typeface="Arial"/>
              </a:rPr>
              <a:t>scanf() caused skipped inputs due to newline characters.</a:t>
            </a:r>
            <a:endParaRPr b="0" lang="en-IN" sz="1300" strike="noStrike" u="none">
              <a:solidFill>
                <a:srgbClr val="000000"/>
              </a:solidFill>
              <a:effectLst/>
              <a:uFillTx/>
              <a:latin typeface="Arial"/>
            </a:endParaRPr>
          </a:p>
          <a:p>
            <a:r>
              <a:rPr b="0" lang="en-IN" sz="1300" strike="noStrike" u="none">
                <a:solidFill>
                  <a:srgbClr val="000000"/>
                </a:solidFill>
                <a:effectLst/>
                <a:uFillTx/>
                <a:latin typeface="Arial"/>
              </a:rPr>
              <a:t>Replaced with fgets() and trimmed newline characters for clean input.</a:t>
            </a:r>
            <a:endParaRPr b="0" lang="en-IN" sz="1300" strike="noStrike" u="none">
              <a:solidFill>
                <a:srgbClr val="000000"/>
              </a:solidFill>
              <a:effectLst/>
              <a:uFillTx/>
              <a:latin typeface="Arial"/>
            </a:endParaRPr>
          </a:p>
          <a:p>
            <a:endParaRPr b="0" lang="en-IN"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
          <p:cNvSpPr txBox="1"/>
          <p:nvPr/>
        </p:nvSpPr>
        <p:spPr>
          <a:xfrm>
            <a:off x="1496520" y="734400"/>
            <a:ext cx="10695600" cy="3740760"/>
          </a:xfrm>
          <a:prstGeom prst="rect">
            <a:avLst/>
          </a:prstGeom>
          <a:noFill/>
          <a:ln w="0">
            <a:noFill/>
          </a:ln>
        </p:spPr>
        <p:txBody>
          <a:bodyPr lIns="90000" rIns="90000" tIns="45000" bIns="45000" anchor="t">
            <a:spAutoFit/>
          </a:bodyPr>
          <a:p>
            <a:r>
              <a:rPr b="0" lang="en-IN" sz="2000" strike="noStrike" u="none">
                <a:solidFill>
                  <a:srgbClr val="000000"/>
                </a:solidFill>
                <a:effectLst/>
                <a:uFillTx/>
                <a:latin typeface="Arial"/>
              </a:rPr>
              <a:t>search limitations</a:t>
            </a:r>
            <a:endParaRPr b="0" lang="en-IN" sz="2000" strike="noStrike" u="none">
              <a:solidFill>
                <a:srgbClr val="000000"/>
              </a:solidFill>
              <a:effectLst/>
              <a:uFillTx/>
              <a:latin typeface="Arial"/>
            </a:endParaRPr>
          </a:p>
          <a:p>
            <a:r>
              <a:rPr b="0" lang="en-IN" sz="2000" strike="noStrike" u="none">
                <a:solidFill>
                  <a:srgbClr val="000000"/>
                </a:solidFill>
                <a:effectLst/>
                <a:uFillTx/>
                <a:latin typeface="Arial"/>
                <a:ea typeface="Microsoft YaHei"/>
              </a:rPr>
              <a:t>On</a:t>
            </a:r>
            <a:r>
              <a:rPr b="0" lang="en-IN" sz="2000" strike="noStrike" u="none">
                <a:solidFill>
                  <a:srgbClr val="000000"/>
                </a:solidFill>
                <a:effectLst/>
                <a:uFillTx/>
                <a:latin typeface="Arial"/>
              </a:rPr>
              <a:t>ly exact title matches worked.</a:t>
            </a:r>
            <a:endParaRPr b="0" lang="en-IN" sz="2000" strike="noStrike" u="none">
              <a:solidFill>
                <a:srgbClr val="000000"/>
              </a:solidFill>
              <a:effectLst/>
              <a:uFillTx/>
              <a:latin typeface="Arial"/>
            </a:endParaRPr>
          </a:p>
          <a:p>
            <a:r>
              <a:rPr b="0" lang="en-IN" sz="2000" strike="noStrike" u="none">
                <a:solidFill>
                  <a:srgbClr val="000000"/>
                </a:solidFill>
                <a:effectLst/>
                <a:uFillTx/>
                <a:latin typeface="Arial"/>
              </a:rPr>
              <a:t>Enhanced search using strstr() to allow partial keyword matches.</a:t>
            </a:r>
            <a:endParaRPr b="0" lang="en-IN" sz="2000" strike="noStrike" u="none">
              <a:solidFill>
                <a:srgbClr val="000000"/>
              </a:solidFill>
              <a:effectLst/>
              <a:uFillTx/>
              <a:latin typeface="Arial"/>
            </a:endParaRPr>
          </a:p>
          <a:p>
            <a:r>
              <a:rPr b="0" lang="en-IN" sz="2000" strike="noStrike" u="none">
                <a:solidFill>
                  <a:srgbClr val="000000"/>
                </a:solidFill>
                <a:effectLst/>
                <a:uFillTx/>
                <a:latin typeface="Arial"/>
              </a:rPr>
              <a:t>File not found on first run</a:t>
            </a:r>
            <a:endParaRPr b="0" lang="en-IN" sz="2000" strike="noStrike" u="none">
              <a:solidFill>
                <a:srgbClr val="000000"/>
              </a:solidFill>
              <a:effectLst/>
              <a:uFillTx/>
              <a:latin typeface="Arial"/>
            </a:endParaRPr>
          </a:p>
          <a:p>
            <a:r>
              <a:rPr b="0" lang="en-IN" sz="2000" strike="noStrike" u="none">
                <a:solidFill>
                  <a:srgbClr val="000000"/>
                </a:solidFill>
                <a:effectLst/>
                <a:uFillTx/>
                <a:latin typeface="Arial"/>
              </a:rPr>
              <a:t>Program crashed if books.txt was missing.</a:t>
            </a:r>
            <a:endParaRPr b="0" lang="en-IN" sz="2000" strike="noStrike" u="none">
              <a:solidFill>
                <a:srgbClr val="000000"/>
              </a:solidFill>
              <a:effectLst/>
              <a:uFillTx/>
              <a:latin typeface="Arial"/>
            </a:endParaRPr>
          </a:p>
          <a:p>
            <a:r>
              <a:rPr b="0" lang="en-IN" sz="2000" strike="noStrike" u="none">
                <a:solidFill>
                  <a:srgbClr val="000000"/>
                </a:solidFill>
                <a:effectLst/>
                <a:uFillTx/>
                <a:latin typeface="Arial"/>
              </a:rPr>
              <a:t>Added condition to create the file automatically if not found (if (fp == NULL) fopen(..., "w")).</a:t>
            </a:r>
            <a:endParaRPr b="0" lang="en-IN" sz="2000" strike="noStrike" u="none">
              <a:solidFill>
                <a:srgbClr val="000000"/>
              </a:solidFill>
              <a:effectLst/>
              <a:uFillTx/>
              <a:latin typeface="Arial"/>
            </a:endParaRPr>
          </a:p>
          <a:p>
            <a:endParaRPr b="0" lang="en-IN"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
          <p:cNvSpPr txBox="1"/>
          <p:nvPr/>
        </p:nvSpPr>
        <p:spPr>
          <a:xfrm>
            <a:off x="1108440" y="582120"/>
            <a:ext cx="10446480" cy="5790960"/>
          </a:xfrm>
          <a:prstGeom prst="rect">
            <a:avLst/>
          </a:prstGeom>
          <a:noFill/>
          <a:ln w="0">
            <a:noFill/>
          </a:ln>
        </p:spPr>
        <p:txBody>
          <a:bodyPr lIns="90000" rIns="90000" tIns="45000" bIns="45000" anchor="t">
            <a:spAutoFit/>
          </a:bodyPr>
          <a:p>
            <a:r>
              <a:rPr b="1" lang="en-IN" sz="1600" strike="noStrike" u="none">
                <a:solidFill>
                  <a:srgbClr val="000000"/>
                </a:solidFill>
                <a:effectLst/>
                <a:uFillTx/>
                <a:latin typeface="Arial"/>
              </a:rPr>
              <a:t>5. Discussion Summary</a:t>
            </a:r>
            <a:endParaRPr b="1" lang="en-IN" sz="1600" strike="noStrike" u="none">
              <a:solidFill>
                <a:srgbClr val="000000"/>
              </a:solidFill>
              <a:effectLst/>
              <a:uFillTx/>
              <a:latin typeface="Arial"/>
            </a:endParaRPr>
          </a:p>
          <a:p>
            <a:r>
              <a:rPr b="0" lang="en-IN" sz="2000" strike="noStrike" u="none">
                <a:solidFill>
                  <a:srgbClr val="000000"/>
                </a:solidFill>
                <a:effectLst/>
                <a:uFillTx/>
                <a:latin typeface="Arial"/>
              </a:rPr>
              <a:t>The implementation achieved its objectives with:</a:t>
            </a:r>
            <a:endParaRPr b="0" lang="en-IN" sz="2000" strike="noStrike" u="none">
              <a:solidFill>
                <a:srgbClr val="000000"/>
              </a:solidFill>
              <a:effectLst/>
              <a:uFillTx/>
              <a:latin typeface="Arial"/>
            </a:endParaRPr>
          </a:p>
          <a:p>
            <a:r>
              <a:rPr b="0" lang="en-IN" sz="2000" strike="noStrike" u="none">
                <a:solidFill>
                  <a:srgbClr val="000000"/>
                </a:solidFill>
                <a:effectLst/>
                <a:uFillTx/>
                <a:latin typeface="Arial"/>
              </a:rPr>
              <a:t>Functional user interaction and data persistence.</a:t>
            </a:r>
            <a:endParaRPr b="0" lang="en-IN" sz="2000" strike="noStrike" u="none">
              <a:solidFill>
                <a:srgbClr val="000000"/>
              </a:solidFill>
              <a:effectLst/>
              <a:uFillTx/>
              <a:latin typeface="Arial"/>
            </a:endParaRPr>
          </a:p>
          <a:p>
            <a:r>
              <a:rPr b="0" lang="en-IN" sz="2000" strike="noStrike" u="none">
                <a:solidFill>
                  <a:srgbClr val="000000"/>
                </a:solidFill>
                <a:effectLst/>
                <a:uFillTx/>
                <a:latin typeface="Arial"/>
              </a:rPr>
              <a:t>Simple, modular code using loops, conditions, functions, and file handling.</a:t>
            </a:r>
            <a:endParaRPr b="0" lang="en-IN" sz="2000" strike="noStrike" u="none">
              <a:solidFill>
                <a:srgbClr val="000000"/>
              </a:solidFill>
              <a:effectLst/>
              <a:uFillTx/>
              <a:latin typeface="Arial"/>
            </a:endParaRPr>
          </a:p>
          <a:p>
            <a:r>
              <a:rPr b="0" lang="en-IN" sz="2000" strike="noStrike" u="none">
                <a:solidFill>
                  <a:srgbClr val="000000"/>
                </a:solidFill>
                <a:effectLst/>
                <a:uFillTx/>
                <a:latin typeface="Arial"/>
              </a:rPr>
              <a:t>High reliability for standard operations (search, borrow, return).</a:t>
            </a:r>
            <a:endParaRPr b="0" lang="en-IN" sz="2000" strike="noStrike" u="none">
              <a:solidFill>
                <a:srgbClr val="000000"/>
              </a:solidFill>
              <a:effectLst/>
              <a:uFillTx/>
              <a:latin typeface="Arial"/>
            </a:endParaRPr>
          </a:p>
          <a:p>
            <a:r>
              <a:rPr b="0" lang="en-IN" sz="2000" strike="noStrike" u="none">
                <a:solidFill>
                  <a:srgbClr val="000000"/>
                </a:solidFill>
                <a:effectLst/>
                <a:uFillTx/>
                <a:latin typeface="Arial"/>
              </a:rPr>
              <a:t>Minor limitations in scalability (due to static arrays).</a:t>
            </a:r>
            <a:endParaRPr b="0" lang="en-IN" sz="2000" strike="noStrike" u="none">
              <a:solidFill>
                <a:srgbClr val="000000"/>
              </a:solidFill>
              <a:effectLst/>
              <a:uFillTx/>
              <a:latin typeface="Arial"/>
            </a:endParaRPr>
          </a:p>
          <a:p>
            <a:r>
              <a:rPr b="0" lang="en-IN" sz="2000" strike="noStrike" u="none">
                <a:solidFill>
                  <a:srgbClr val="000000"/>
                </a:solidFill>
                <a:effectLst/>
                <a:uFillTx/>
                <a:latin typeface="Arial"/>
              </a:rPr>
              <a:t>Overall, the system demonstrates the core principles of file-based data management and structured programming in C.</a:t>
            </a:r>
            <a:endParaRPr b="0" lang="en-IN" sz="2000" strike="noStrike" u="none">
              <a:solidFill>
                <a:srgbClr val="000000"/>
              </a:solidFill>
              <a:effectLst/>
              <a:uFillTx/>
              <a:latin typeface="Arial"/>
            </a:endParaRPr>
          </a:p>
          <a:p>
            <a:endParaRPr b="0" lang="en-IN"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
          <p:cNvSpPr txBox="1"/>
          <p:nvPr/>
        </p:nvSpPr>
        <p:spPr>
          <a:xfrm>
            <a:off x="969840" y="512640"/>
            <a:ext cx="11222280" cy="6015960"/>
          </a:xfrm>
          <a:prstGeom prst="rect">
            <a:avLst/>
          </a:prstGeom>
          <a:noFill/>
          <a:ln w="0">
            <a:noFill/>
          </a:ln>
        </p:spPr>
        <p:txBody>
          <a:bodyPr lIns="90000" rIns="90000" tIns="45000" bIns="45000" anchor="t">
            <a:spAutoFit/>
          </a:bodyPr>
          <a:p>
            <a:r>
              <a:rPr b="1" lang="en-IN" sz="2200" strike="noStrike" u="none">
                <a:solidFill>
                  <a:srgbClr val="000000"/>
                </a:solidFill>
                <a:effectLst/>
                <a:uFillTx/>
                <a:latin typeface="Arial"/>
              </a:rPr>
              <a:t>Conclusion &amp; Future Enhancements</a:t>
            </a:r>
            <a:endParaRPr b="1" lang="en-IN" sz="2200" strike="noStrike" u="none">
              <a:solidFill>
                <a:srgbClr val="000000"/>
              </a:solidFill>
              <a:effectLst/>
              <a:uFillTx/>
              <a:latin typeface="Arial"/>
            </a:endParaRPr>
          </a:p>
          <a:p>
            <a:endParaRPr b="0" lang="en-IN" sz="1000" strike="noStrike" u="none">
              <a:solidFill>
                <a:srgbClr val="000000"/>
              </a:solidFill>
              <a:effectLst/>
              <a:uFillTx/>
              <a:latin typeface="Arial"/>
            </a:endParaRPr>
          </a:p>
          <a:p>
            <a:r>
              <a:rPr b="1" lang="en-IN" sz="1600" strike="noStrike" u="none">
                <a:solidFill>
                  <a:srgbClr val="000000"/>
                </a:solidFill>
                <a:effectLst/>
                <a:uFillTx/>
                <a:latin typeface="Arial"/>
              </a:rPr>
              <a:t>🟢 Conclusion</a:t>
            </a:r>
            <a:endParaRPr b="1" lang="en-IN" sz="1600" strike="noStrike" u="none">
              <a:solidFill>
                <a:srgbClr val="000000"/>
              </a:solidFill>
              <a:effectLst/>
              <a:uFillTx/>
              <a:latin typeface="Arial"/>
            </a:endParaRPr>
          </a:p>
          <a:p>
            <a:r>
              <a:rPr b="0" lang="en-IN" sz="1600" strike="noStrike" u="none">
                <a:solidFill>
                  <a:srgbClr val="000000"/>
                </a:solidFill>
                <a:effectLst/>
                <a:uFillTx/>
                <a:latin typeface="Arial"/>
              </a:rPr>
              <a:t>The Mini Library Catalog System successfully achieved its intended objectives of providing a simple, functional, and reliable platform to manage basic library operations such as searching, borrowing, and returning books.</a:t>
            </a:r>
            <a:endParaRPr b="0" lang="en-IN" sz="1600" strike="noStrike" u="none">
              <a:solidFill>
                <a:srgbClr val="000000"/>
              </a:solidFill>
              <a:effectLst/>
              <a:uFillTx/>
              <a:latin typeface="Arial"/>
            </a:endParaRPr>
          </a:p>
          <a:p>
            <a:r>
              <a:rPr b="0" lang="en-IN" sz="1600" strike="noStrike" u="none">
                <a:solidFill>
                  <a:srgbClr val="000000"/>
                </a:solidFill>
                <a:effectLst/>
                <a:uFillTx/>
                <a:latin typeface="Arial"/>
              </a:rPr>
              <a:t>Through the development of this project, the following goals were met:</a:t>
            </a:r>
            <a:endParaRPr b="0" lang="en-IN" sz="1600" strike="noStrike" u="none">
              <a:solidFill>
                <a:srgbClr val="000000"/>
              </a:solidFill>
              <a:effectLst/>
              <a:uFillTx/>
              <a:latin typeface="Arial"/>
            </a:endParaRPr>
          </a:p>
          <a:p>
            <a:r>
              <a:rPr b="0" lang="en-IN" sz="1600" strike="noStrike" u="none">
                <a:solidFill>
                  <a:srgbClr val="000000"/>
                </a:solidFill>
                <a:effectLst/>
                <a:uFillTx/>
                <a:latin typeface="Arial"/>
              </a:rPr>
              <a:t>Designed and implemented a modular system using C language constructs.</a:t>
            </a:r>
            <a:endParaRPr b="0" lang="en-IN" sz="1600" strike="noStrike" u="none">
              <a:solidFill>
                <a:srgbClr val="000000"/>
              </a:solidFill>
              <a:effectLst/>
              <a:uFillTx/>
              <a:latin typeface="Arial"/>
            </a:endParaRPr>
          </a:p>
          <a:p>
            <a:r>
              <a:rPr b="0" lang="en-IN" sz="1600" strike="noStrike" u="none">
                <a:solidFill>
                  <a:srgbClr val="000000"/>
                </a:solidFill>
                <a:effectLst/>
                <a:uFillTx/>
                <a:latin typeface="Arial"/>
              </a:rPr>
              <a:t>Applied loops, conditional statements, functions, and file handling to simulate real-world data management.</a:t>
            </a:r>
            <a:endParaRPr b="0" lang="en-IN" sz="1600" strike="noStrike" u="none">
              <a:solidFill>
                <a:srgbClr val="000000"/>
              </a:solidFill>
              <a:effectLst/>
              <a:uFillTx/>
              <a:latin typeface="Arial"/>
            </a:endParaRPr>
          </a:p>
          <a:p>
            <a:r>
              <a:rPr b="0" lang="en-IN" sz="1600" strike="noStrike" u="none">
                <a:solidFill>
                  <a:srgbClr val="000000"/>
                </a:solidFill>
                <a:effectLst/>
                <a:uFillTx/>
                <a:latin typeface="Arial"/>
              </a:rPr>
              <a:t>Ensured data persistence using text files (books.txt, transactions.txt), enabling users to retain information between sessions.</a:t>
            </a:r>
            <a:endParaRPr b="0" lang="en-IN" sz="1600" strike="noStrike" u="none">
              <a:solidFill>
                <a:srgbClr val="000000"/>
              </a:solidFill>
              <a:effectLst/>
              <a:uFillTx/>
              <a:latin typeface="Arial"/>
            </a:endParaRPr>
          </a:p>
          <a:p>
            <a:r>
              <a:rPr b="0" lang="en-IN" sz="1600" strike="noStrike" u="none">
                <a:solidFill>
                  <a:srgbClr val="000000"/>
                </a:solidFill>
                <a:effectLst/>
                <a:uFillTx/>
                <a:latin typeface="Arial"/>
              </a:rPr>
              <a:t>Enhanced understanding of system design, problem-solving, and structured programming principles.</a:t>
            </a:r>
            <a:endParaRPr b="0" lang="en-IN" sz="1600" strike="noStrike" u="none">
              <a:solidFill>
                <a:srgbClr val="000000"/>
              </a:solidFill>
              <a:effectLst/>
              <a:uFillTx/>
              <a:latin typeface="Arial"/>
            </a:endParaRPr>
          </a:p>
          <a:p>
            <a:r>
              <a:rPr b="0" lang="en-IN" sz="1600" strike="noStrike" u="none">
                <a:solidFill>
                  <a:srgbClr val="000000"/>
                </a:solidFill>
                <a:effectLst/>
                <a:uFillTx/>
                <a:latin typeface="Arial"/>
              </a:rPr>
              <a:t>Overall, this project provided valuable hands-on experience in C programming, system architecture, and logical thinking. It demonstrated how a small-scale system could manage real-world tasks effectively using fundamental programming techniques.</a:t>
            </a:r>
            <a:endParaRPr b="0" lang="en-IN" sz="1600" strike="noStrike" u="none">
              <a:solidFill>
                <a:srgbClr val="000000"/>
              </a:solidFill>
              <a:effectLst/>
              <a:uFillTx/>
              <a:latin typeface="Arial"/>
            </a:endParaRPr>
          </a:p>
          <a:p>
            <a:endParaRPr b="0" lang="en-IN"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
          <p:cNvSpPr txBox="1"/>
          <p:nvPr/>
        </p:nvSpPr>
        <p:spPr>
          <a:xfrm>
            <a:off x="999000" y="165960"/>
            <a:ext cx="10680480" cy="6553800"/>
          </a:xfrm>
          <a:prstGeom prst="rect">
            <a:avLst/>
          </a:prstGeom>
          <a:noFill/>
          <a:ln w="0">
            <a:noFill/>
          </a:ln>
        </p:spPr>
        <p:txBody>
          <a:bodyPr lIns="90000" rIns="90000" tIns="45000" bIns="45000" anchor="t">
            <a:spAutoFit/>
          </a:bodyPr>
          <a:p>
            <a:r>
              <a:rPr b="1" lang="en-IN" sz="1600" strike="noStrike" u="none">
                <a:solidFill>
                  <a:srgbClr val="000000"/>
                </a:solidFill>
                <a:effectLst/>
                <a:uFillTx/>
                <a:latin typeface="Arial"/>
              </a:rPr>
              <a:t>🔵 Future Enhancements</a:t>
            </a:r>
            <a:endParaRPr b="1" lang="en-IN" sz="1600" strike="noStrike" u="none">
              <a:solidFill>
                <a:srgbClr val="000000"/>
              </a:solidFill>
              <a:effectLst/>
              <a:uFillTx/>
              <a:latin typeface="Arial"/>
            </a:endParaRPr>
          </a:p>
          <a:p>
            <a:r>
              <a:rPr b="0" lang="en-IN" sz="1800" strike="noStrike" u="none">
                <a:solidFill>
                  <a:srgbClr val="000000"/>
                </a:solidFill>
                <a:effectLst/>
                <a:uFillTx/>
                <a:latin typeface="Arial"/>
              </a:rPr>
              <a:t>While the current version meets the basic requirements, several improvements can be made to enhance usability, performance, and scalability:</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Add Graphical User Interface (GUI)</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Replace the console interface with a graphical window-based or web-based design for better user interaction and aesthetics.</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Integrate with a Database (e.g., MySQL or SQLite)</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Transition from flat file storage to a relational database for improved data security, faster retrieval, and support for larger datasets.</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Extend Functionality for Scalability</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Support for multiple users, categories, and digital resources (e.g., e-books).</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Implement role-based access (Admin, Librarian, Member).</a:t>
            </a:r>
            <a:endParaRPr b="0" lang="en-IN" sz="1800" strike="noStrike" u="none">
              <a:solidFill>
                <a:srgbClr val="000000"/>
              </a:solidFill>
              <a:effectLst/>
              <a:uFillTx/>
              <a:latin typeface="Arial"/>
            </a:endParaRPr>
          </a:p>
          <a:p>
            <a:endParaRPr b="0" lang="en-IN"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
          <p:cNvSpPr txBox="1"/>
          <p:nvPr/>
        </p:nvSpPr>
        <p:spPr>
          <a:xfrm>
            <a:off x="963720" y="748440"/>
            <a:ext cx="10882080" cy="4100760"/>
          </a:xfrm>
          <a:prstGeom prst="rect">
            <a:avLst/>
          </a:prstGeom>
          <a:noFill/>
          <a:ln w="0">
            <a:noFill/>
          </a:ln>
        </p:spPr>
        <p:txBody>
          <a:bodyPr lIns="90000" rIns="90000" tIns="45000" bIns="45000" anchor="t">
            <a:spAutoFit/>
          </a:bodyPr>
          <a:p>
            <a:r>
              <a:rPr b="0" lang="en-IN" sz="1800" strike="noStrike" u="none">
                <a:solidFill>
                  <a:srgbClr val="000000"/>
                </a:solidFill>
                <a:effectLst/>
                <a:uFillTx/>
                <a:latin typeface="Arial"/>
              </a:rPr>
              <a:t>Add book reservation, due-date notifications, and fine calculation features.</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Implement Search Optimization and Sorting</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Use advanced search algorithms and sorting methods (by author, title, or year) for better data organization and efficiency.</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Add Data Validation and Error Handling</a:t>
            </a:r>
            <a:endParaRPr b="0" lang="en-IN" sz="1800" strike="noStrike" u="none">
              <a:solidFill>
                <a:srgbClr val="000000"/>
              </a:solidFill>
              <a:effectLst/>
              <a:uFillTx/>
              <a:latin typeface="Arial"/>
            </a:endParaRPr>
          </a:p>
          <a:p>
            <a:r>
              <a:rPr b="0" lang="en-IN" sz="1800" strike="noStrike" u="none">
                <a:solidFill>
                  <a:srgbClr val="000000"/>
                </a:solidFill>
                <a:effectLst/>
                <a:uFillTx/>
                <a:latin typeface="Arial"/>
              </a:rPr>
              <a:t>Ensure robust error messages, input validation, and exception management for smoother system operation.</a:t>
            </a:r>
            <a:endParaRPr b="0" lang="en-IN" sz="1800" strike="noStrike" u="none">
              <a:solidFill>
                <a:srgbClr val="000000"/>
              </a:solidFill>
              <a:effectLst/>
              <a:uFillTx/>
              <a:latin typeface="Arial"/>
            </a:endParaRPr>
          </a:p>
          <a:p>
            <a:endParaRPr b="0" lang="en-IN"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
          <p:cNvSpPr txBox="1"/>
          <p:nvPr/>
        </p:nvSpPr>
        <p:spPr>
          <a:xfrm>
            <a:off x="1344240" y="983880"/>
            <a:ext cx="10487880" cy="3671280"/>
          </a:xfrm>
          <a:prstGeom prst="rect">
            <a:avLst/>
          </a:prstGeom>
          <a:noFill/>
          <a:ln w="0">
            <a:noFill/>
          </a:ln>
        </p:spPr>
        <p:txBody>
          <a:bodyPr lIns="90000" rIns="90000" tIns="45000" bIns="45000" anchor="t">
            <a:spAutoFit/>
          </a:bodyPr>
          <a:p>
            <a:r>
              <a:rPr b="1" lang="en-IN" sz="2200" strike="noStrike" u="none">
                <a:solidFill>
                  <a:srgbClr val="000000"/>
                </a:solidFill>
                <a:effectLst/>
                <a:uFillTx/>
                <a:latin typeface="Arial"/>
              </a:rPr>
              <a:t>Summary</a:t>
            </a:r>
            <a:endParaRPr b="1" lang="en-IN" sz="2200" strike="noStrike" u="none">
              <a:solidFill>
                <a:srgbClr val="000000"/>
              </a:solidFill>
              <a:effectLst/>
              <a:uFillTx/>
              <a:latin typeface="Arial"/>
            </a:endParaRPr>
          </a:p>
          <a:p>
            <a:r>
              <a:rPr b="0" lang="en-IN" sz="2000" strike="noStrike" u="none">
                <a:solidFill>
                  <a:srgbClr val="000000"/>
                </a:solidFill>
                <a:effectLst/>
                <a:uFillTx/>
                <a:latin typeface="Arial"/>
              </a:rPr>
              <a:t>This project forms a strong foundation for understanding library management systems and software design fundamentals.</a:t>
            </a:r>
            <a:endParaRPr b="0" lang="en-IN" sz="2000" strike="noStrike" u="none">
              <a:solidFill>
                <a:srgbClr val="000000"/>
              </a:solidFill>
              <a:effectLst/>
              <a:uFillTx/>
              <a:latin typeface="Arial"/>
            </a:endParaRPr>
          </a:p>
          <a:p>
            <a:r>
              <a:rPr b="0" lang="en-IN" sz="2000" strike="noStrike" u="none">
                <a:solidFill>
                  <a:srgbClr val="000000"/>
                </a:solidFill>
                <a:effectLst/>
                <a:uFillTx/>
                <a:latin typeface="Arial"/>
              </a:rPr>
              <a:t>With future enhancements, it can evolve from a simple console-based tool into a fully scalable and user-friendly library management solution.</a:t>
            </a:r>
            <a:endParaRPr b="0" lang="en-IN" sz="2000" strike="noStrike" u="none">
              <a:solidFill>
                <a:srgbClr val="000000"/>
              </a:solidFill>
              <a:effectLst/>
              <a:uFillTx/>
              <a:latin typeface="Arial"/>
            </a:endParaRPr>
          </a:p>
          <a:p>
            <a:endParaRPr b="0" lang="en-IN"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
          <p:cNvSpPr txBox="1"/>
          <p:nvPr/>
        </p:nvSpPr>
        <p:spPr>
          <a:xfrm>
            <a:off x="993240" y="0"/>
            <a:ext cx="10122840" cy="7187400"/>
          </a:xfrm>
          <a:prstGeom prst="rect">
            <a:avLst/>
          </a:prstGeom>
          <a:noFill/>
          <a:ln w="0">
            <a:noFill/>
          </a:ln>
        </p:spPr>
        <p:txBody>
          <a:bodyPr lIns="90000" rIns="90000" tIns="45000" bIns="45000" anchor="t">
            <a:spAutoFit/>
          </a:bodyPr>
          <a:p>
            <a:r>
              <a:rPr b="1" lang="en-IN" sz="2200" strike="noStrike" u="none">
                <a:solidFill>
                  <a:srgbClr val="000000"/>
                </a:solidFill>
                <a:effectLst/>
                <a:uFillTx/>
                <a:latin typeface="Arial"/>
              </a:rPr>
              <a:t>References &amp; Acknowledgement</a:t>
            </a:r>
            <a:endParaRPr b="1" lang="en-IN" sz="2200" strike="noStrike" u="none">
              <a:solidFill>
                <a:srgbClr val="000000"/>
              </a:solidFill>
              <a:effectLst/>
              <a:uFillTx/>
              <a:latin typeface="Arial"/>
            </a:endParaRPr>
          </a:p>
          <a:p>
            <a:endParaRPr b="0" lang="en-IN" sz="1000" strike="noStrike" u="none">
              <a:solidFill>
                <a:srgbClr val="000000"/>
              </a:solidFill>
              <a:effectLst/>
              <a:uFillTx/>
              <a:latin typeface="Arial"/>
            </a:endParaRPr>
          </a:p>
          <a:p>
            <a:r>
              <a:rPr b="1" lang="en-IN" sz="1600" strike="noStrike" u="none">
                <a:solidFill>
                  <a:srgbClr val="000000"/>
                </a:solidFill>
                <a:effectLst/>
                <a:uFillTx/>
                <a:latin typeface="Arial"/>
              </a:rPr>
              <a:t>🟢</a:t>
            </a:r>
            <a:r>
              <a:rPr b="1" lang="en-IN" sz="2400" strike="noStrike" u="none">
                <a:solidFill>
                  <a:srgbClr val="000000"/>
                </a:solidFill>
                <a:effectLst/>
                <a:uFillTx/>
                <a:latin typeface="Arial"/>
              </a:rPr>
              <a:t> References</a:t>
            </a:r>
            <a:endParaRPr b="1" lang="en-IN" sz="2400" strike="noStrike" u="none">
              <a:solidFill>
                <a:srgbClr val="000000"/>
              </a:solidFill>
              <a:effectLst/>
              <a:uFillTx/>
              <a:latin typeface="Arial"/>
            </a:endParaRPr>
          </a:p>
          <a:p>
            <a:r>
              <a:rPr b="0" lang="en-IN" sz="1400" strike="noStrike" u="none">
                <a:solidFill>
                  <a:srgbClr val="000000"/>
                </a:solidFill>
                <a:effectLst/>
                <a:uFillTx/>
                <a:latin typeface="Arial"/>
              </a:rPr>
              <a:t>T</a:t>
            </a:r>
            <a:r>
              <a:rPr b="0" lang="en-IN" sz="1600" strike="noStrike" u="none">
                <a:solidFill>
                  <a:srgbClr val="000000"/>
                </a:solidFill>
                <a:effectLst/>
                <a:uFillTx/>
                <a:latin typeface="Arial"/>
              </a:rPr>
              <a:t>he concepts and techniques used in the development of this project were supported by the following resources:</a:t>
            </a:r>
            <a:endParaRPr b="0" lang="en-IN" sz="1600" strike="noStrike" u="none">
              <a:solidFill>
                <a:srgbClr val="000000"/>
              </a:solidFill>
              <a:effectLst/>
              <a:uFillTx/>
              <a:latin typeface="Arial"/>
            </a:endParaRPr>
          </a:p>
          <a:p>
            <a:r>
              <a:rPr b="0" lang="en-IN" sz="1600" strike="noStrike" u="none">
                <a:solidFill>
                  <a:srgbClr val="000000"/>
                </a:solidFill>
                <a:effectLst/>
                <a:uFillTx/>
                <a:latin typeface="Arial"/>
              </a:rPr>
              <a:t>Kanetkar, Yashavant P. – Let Us C, BPB Publications.</a:t>
            </a:r>
            <a:endParaRPr b="0" lang="en-IN" sz="1600" strike="noStrike" u="none">
              <a:solidFill>
                <a:srgbClr val="000000"/>
              </a:solidFill>
              <a:effectLst/>
              <a:uFillTx/>
              <a:latin typeface="Arial"/>
            </a:endParaRPr>
          </a:p>
          <a:p>
            <a:r>
              <a:rPr b="0" lang="en-IN" sz="1600" strike="noStrike" u="none">
                <a:solidFill>
                  <a:srgbClr val="000000"/>
                </a:solidFill>
                <a:effectLst/>
                <a:uFillTx/>
                <a:latin typeface="Arial"/>
              </a:rPr>
              <a:t>→ Provided fundamental understanding of C syntax, loops, conditional statements, and file handling.</a:t>
            </a:r>
            <a:endParaRPr b="0" lang="en-IN" sz="1600" strike="noStrike" u="none">
              <a:solidFill>
                <a:srgbClr val="000000"/>
              </a:solidFill>
              <a:effectLst/>
              <a:uFillTx/>
              <a:latin typeface="Arial"/>
            </a:endParaRPr>
          </a:p>
          <a:p>
            <a:r>
              <a:rPr b="0" lang="en-IN" sz="1600" strike="noStrike" u="none">
                <a:solidFill>
                  <a:srgbClr val="000000"/>
                </a:solidFill>
                <a:effectLst/>
                <a:uFillTx/>
                <a:latin typeface="Arial"/>
              </a:rPr>
              <a:t>Balagurusamy, E. – Programming in ANSI C, McGraw Hill Education.</a:t>
            </a:r>
            <a:endParaRPr b="0" lang="en-IN" sz="1600" strike="noStrike" u="none">
              <a:solidFill>
                <a:srgbClr val="000000"/>
              </a:solidFill>
              <a:effectLst/>
              <a:uFillTx/>
              <a:latin typeface="Arial"/>
            </a:endParaRPr>
          </a:p>
          <a:p>
            <a:r>
              <a:rPr b="0" lang="en-IN" sz="1600" strike="noStrike" u="none">
                <a:solidFill>
                  <a:srgbClr val="000000"/>
                </a:solidFill>
                <a:effectLst/>
                <a:uFillTx/>
                <a:latin typeface="Arial"/>
              </a:rPr>
              <a:t>→ Offered detailed explanations on structured programming, functions, and modular program design.</a:t>
            </a:r>
            <a:endParaRPr b="0" lang="en-IN" sz="1600" strike="noStrike" u="none">
              <a:solidFill>
                <a:srgbClr val="000000"/>
              </a:solidFill>
              <a:effectLst/>
              <a:uFillTx/>
              <a:latin typeface="Arial"/>
            </a:endParaRPr>
          </a:p>
          <a:p>
            <a:r>
              <a:rPr b="0" lang="en-IN" sz="1600" strike="noStrike" u="none">
                <a:solidFill>
                  <a:srgbClr val="000000"/>
                </a:solidFill>
                <a:effectLst/>
                <a:uFillTx/>
                <a:latin typeface="Arial"/>
              </a:rPr>
              <a:t>Online Resources &amp; Documentation:</a:t>
            </a:r>
            <a:endParaRPr b="0" lang="en-IN" sz="1600" strike="noStrike" u="none">
              <a:solidFill>
                <a:srgbClr val="000000"/>
              </a:solidFill>
              <a:effectLst/>
              <a:uFillTx/>
              <a:latin typeface="Arial"/>
            </a:endParaRPr>
          </a:p>
          <a:p>
            <a:r>
              <a:rPr b="0" lang="en-IN" sz="1600" strike="noStrike" u="none">
                <a:solidFill>
                  <a:srgbClr val="000000"/>
                </a:solidFill>
                <a:effectLst/>
                <a:uFillTx/>
                <a:latin typeface="Arial"/>
              </a:rPr>
              <a:t>C Programming Official Documentation (cplusplus.com, tutorialspoint.com)</a:t>
            </a:r>
            <a:endParaRPr b="0" lang="en-IN" sz="1600" strike="noStrike" u="none">
              <a:solidFill>
                <a:srgbClr val="000000"/>
              </a:solidFill>
              <a:effectLst/>
              <a:uFillTx/>
              <a:latin typeface="Arial"/>
            </a:endParaRPr>
          </a:p>
          <a:p>
            <a:r>
              <a:rPr b="0" lang="en-IN" sz="1600" strike="noStrike" u="none">
                <a:solidFill>
                  <a:srgbClr val="000000"/>
                </a:solidFill>
                <a:effectLst/>
                <a:uFillTx/>
                <a:latin typeface="Arial"/>
              </a:rPr>
              <a:t>Stack Overflow and GeeksforGeeks for debugging and logic optimization tips.</a:t>
            </a:r>
            <a:endParaRPr b="0" lang="en-IN" sz="1600" strike="noStrike" u="none">
              <a:solidFill>
                <a:srgbClr val="000000"/>
              </a:solidFill>
              <a:effectLst/>
              <a:uFillTx/>
              <a:latin typeface="Arial"/>
            </a:endParaRPr>
          </a:p>
          <a:p>
            <a:r>
              <a:rPr b="0" lang="en-IN" sz="1600" strike="noStrike" u="none">
                <a:solidFill>
                  <a:srgbClr val="000000"/>
                </a:solidFill>
                <a:effectLst/>
                <a:uFillTx/>
                <a:latin typeface="Arial"/>
              </a:rPr>
              <a:t>Various open-source repositories for reference on small-scale library systems.</a:t>
            </a:r>
            <a:endParaRPr b="0" lang="en-IN" sz="1600" strike="noStrike" u="none">
              <a:solidFill>
                <a:srgbClr val="000000"/>
              </a:solidFill>
              <a:effectLst/>
              <a:uFillTx/>
              <a:latin typeface="Arial"/>
            </a:endParaRPr>
          </a:p>
          <a:p>
            <a:r>
              <a:rPr b="0" lang="en-IN" sz="1600" strike="noStrike" u="none">
                <a:solidFill>
                  <a:srgbClr val="000000"/>
                </a:solidFill>
                <a:effectLst/>
                <a:uFillTx/>
                <a:latin typeface="Arial"/>
              </a:rPr>
              <a:t>These materials were invaluable in developing and refining the system logic, ensuring accurate implementation of concepts like file handling, data structures, and user interaction.</a:t>
            </a:r>
            <a:endParaRPr b="0" lang="en-IN" sz="1600" strike="noStrike" u="none">
              <a:solidFill>
                <a:srgbClr val="000000"/>
              </a:solidFill>
              <a:effectLst/>
              <a:uFillTx/>
              <a:latin typeface="Arial"/>
            </a:endParaRPr>
          </a:p>
          <a:p>
            <a:endParaRPr b="0" lang="en-IN"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
          <p:cNvSpPr txBox="1"/>
          <p:nvPr/>
        </p:nvSpPr>
        <p:spPr>
          <a:xfrm>
            <a:off x="1395000" y="524160"/>
            <a:ext cx="8266320" cy="5787360"/>
          </a:xfrm>
          <a:prstGeom prst="rect">
            <a:avLst/>
          </a:prstGeom>
          <a:noFill/>
          <a:ln w="0">
            <a:noFill/>
          </a:ln>
        </p:spPr>
        <p:txBody>
          <a:bodyPr lIns="90000" rIns="90000" tIns="45000" bIns="45000" anchor="t">
            <a:spAutoFit/>
          </a:bodyPr>
          <a:p>
            <a:r>
              <a:rPr b="1" lang="en-IN" sz="1600" strike="noStrike" u="none">
                <a:solidFill>
                  <a:srgbClr val="000000"/>
                </a:solidFill>
                <a:effectLst/>
                <a:uFillTx/>
                <a:latin typeface="Arial"/>
              </a:rPr>
              <a:t>🔵 Acknowledgement</a:t>
            </a:r>
            <a:endParaRPr b="1" lang="en-IN" sz="1600" strike="noStrike" u="none">
              <a:solidFill>
                <a:srgbClr val="000000"/>
              </a:solidFill>
              <a:effectLst/>
              <a:uFillTx/>
              <a:latin typeface="Arial"/>
            </a:endParaRPr>
          </a:p>
          <a:p>
            <a:r>
              <a:rPr b="0" lang="en-IN" sz="1600" strike="noStrike" u="none">
                <a:solidFill>
                  <a:srgbClr val="000000"/>
                </a:solidFill>
                <a:effectLst/>
                <a:uFillTx/>
                <a:latin typeface="Arial"/>
              </a:rPr>
              <a:t>I would like to express my heartfelt gratitude to all those who contributed to the successful completion of the Mini Library Catalog System project.</a:t>
            </a:r>
            <a:endParaRPr b="0" lang="en-IN" sz="1600" strike="noStrike" u="none">
              <a:solidFill>
                <a:srgbClr val="000000"/>
              </a:solidFill>
              <a:effectLst/>
              <a:uFillTx/>
              <a:latin typeface="Arial"/>
            </a:endParaRPr>
          </a:p>
          <a:p>
            <a:r>
              <a:rPr b="0" lang="en-IN" sz="1600" strike="noStrike" u="none">
                <a:solidFill>
                  <a:srgbClr val="000000"/>
                </a:solidFill>
                <a:effectLst/>
                <a:uFillTx/>
                <a:latin typeface="Arial"/>
              </a:rPr>
              <a:t>My Mentor / Faculty Guide:</a:t>
            </a:r>
            <a:endParaRPr b="0" lang="en-IN" sz="1600" strike="noStrike" u="none">
              <a:solidFill>
                <a:srgbClr val="000000"/>
              </a:solidFill>
              <a:effectLst/>
              <a:uFillTx/>
              <a:latin typeface="Arial"/>
            </a:endParaRPr>
          </a:p>
          <a:p>
            <a:r>
              <a:rPr b="0" lang="en-IN" sz="1600" strike="noStrike" u="none">
                <a:solidFill>
                  <a:srgbClr val="000000"/>
                </a:solidFill>
                <a:effectLst/>
                <a:uFillTx/>
                <a:latin typeface="Arial"/>
              </a:rPr>
              <a:t>For providing continuous support, guidance, and encouragement throughout the project development process.</a:t>
            </a:r>
            <a:endParaRPr b="0" lang="en-IN" sz="1600" strike="noStrike" u="none">
              <a:solidFill>
                <a:srgbClr val="000000"/>
              </a:solidFill>
              <a:effectLst/>
              <a:uFillTx/>
              <a:latin typeface="Arial"/>
            </a:endParaRPr>
          </a:p>
          <a:p>
            <a:r>
              <a:rPr b="0" lang="en-IN" sz="1600" strike="noStrike" u="none">
                <a:solidFill>
                  <a:srgbClr val="000000"/>
                </a:solidFill>
                <a:effectLst/>
                <a:uFillTx/>
                <a:latin typeface="Arial"/>
              </a:rPr>
              <a:t>The Department of Computer Science (or IT):</a:t>
            </a:r>
            <a:endParaRPr b="0" lang="en-IN" sz="1600" strike="noStrike" u="none">
              <a:solidFill>
                <a:srgbClr val="000000"/>
              </a:solidFill>
              <a:effectLst/>
              <a:uFillTx/>
              <a:latin typeface="Arial"/>
            </a:endParaRPr>
          </a:p>
          <a:p>
            <a:r>
              <a:rPr b="0" lang="en-IN" sz="1600" strike="noStrike" u="none">
                <a:solidFill>
                  <a:srgbClr val="000000"/>
                </a:solidFill>
                <a:effectLst/>
                <a:uFillTx/>
                <a:latin typeface="Arial"/>
              </a:rPr>
              <a:t>For offering the resources, laboratory facilities, and learning environment necessary for project implementation.</a:t>
            </a:r>
            <a:endParaRPr b="0" lang="en-IN" sz="1600" strike="noStrike" u="none">
              <a:solidFill>
                <a:srgbClr val="000000"/>
              </a:solidFill>
              <a:effectLst/>
              <a:uFillTx/>
              <a:latin typeface="Arial"/>
            </a:endParaRPr>
          </a:p>
          <a:p>
            <a:r>
              <a:rPr b="0" lang="en-IN" sz="1600" strike="noStrike" u="none">
                <a:solidFill>
                  <a:srgbClr val="000000"/>
                </a:solidFill>
                <a:effectLst/>
                <a:uFillTx/>
                <a:latin typeface="Arial"/>
              </a:rPr>
              <a:t>My Team Members and Classmates:</a:t>
            </a:r>
            <a:endParaRPr b="0" lang="en-IN" sz="1600" strike="noStrike" u="none">
              <a:solidFill>
                <a:srgbClr val="000000"/>
              </a:solidFill>
              <a:effectLst/>
              <a:uFillTx/>
              <a:latin typeface="Arial"/>
            </a:endParaRPr>
          </a:p>
          <a:p>
            <a:r>
              <a:rPr b="0" lang="en-IN" sz="1600" strike="noStrike" u="none">
                <a:solidFill>
                  <a:srgbClr val="000000"/>
                </a:solidFill>
                <a:effectLst/>
                <a:uFillTx/>
                <a:latin typeface="Arial"/>
              </a:rPr>
              <a:t>For their collaboration, valuable feedback, and help in testing and improving the system.</a:t>
            </a:r>
            <a:endParaRPr b="0" lang="en-IN" sz="1600" strike="noStrike" u="none">
              <a:solidFill>
                <a:srgbClr val="000000"/>
              </a:solidFill>
              <a:effectLst/>
              <a:uFillTx/>
              <a:latin typeface="Arial"/>
            </a:endParaRPr>
          </a:p>
          <a:p>
            <a:r>
              <a:rPr b="0" lang="en-IN" sz="1600" strike="noStrike" u="none">
                <a:solidFill>
                  <a:srgbClr val="000000"/>
                </a:solidFill>
                <a:effectLst/>
                <a:uFillTx/>
                <a:latin typeface="Arial"/>
              </a:rPr>
              <a:t>Family and Friends:</a:t>
            </a:r>
            <a:endParaRPr b="0" lang="en-IN" sz="1600" strike="noStrike" u="none">
              <a:solidFill>
                <a:srgbClr val="000000"/>
              </a:solidFill>
              <a:effectLst/>
              <a:uFillTx/>
              <a:latin typeface="Arial"/>
            </a:endParaRPr>
          </a:p>
          <a:p>
            <a:r>
              <a:rPr b="0" lang="en-IN" sz="1600" strike="noStrike" u="none">
                <a:solidFill>
                  <a:srgbClr val="000000"/>
                </a:solidFill>
                <a:effectLst/>
                <a:uFillTx/>
                <a:latin typeface="Arial"/>
              </a:rPr>
              <a:t>For their motivation, patience, and moral support during this learning journey.</a:t>
            </a:r>
            <a:endParaRPr b="0" lang="en-IN" sz="1600" strike="noStrike" u="none">
              <a:solidFill>
                <a:srgbClr val="000000"/>
              </a:solidFill>
              <a:effectLst/>
              <a:uFillTx/>
              <a:latin typeface="Arial"/>
            </a:endParaRPr>
          </a:p>
          <a:p>
            <a:endParaRPr b="0" lang="en-IN"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
          <p:cNvSpPr txBox="1"/>
          <p:nvPr/>
        </p:nvSpPr>
        <p:spPr>
          <a:xfrm>
            <a:off x="1094400" y="693000"/>
            <a:ext cx="10571040" cy="4433760"/>
          </a:xfrm>
          <a:prstGeom prst="rect">
            <a:avLst/>
          </a:prstGeom>
          <a:noFill/>
          <a:ln w="0">
            <a:noFill/>
          </a:ln>
        </p:spPr>
        <p:txBody>
          <a:bodyPr lIns="90000" rIns="90000" tIns="45000" bIns="45000" anchor="t">
            <a:spAutoFit/>
          </a:bodyPr>
          <a:p>
            <a:r>
              <a:rPr b="1" lang="en-IN" sz="2400" strike="noStrike" u="none">
                <a:solidFill>
                  <a:srgbClr val="000000"/>
                </a:solidFill>
                <a:effectLst/>
                <a:uFillTx/>
                <a:latin typeface="Arial"/>
              </a:rPr>
              <a:t>Final Note</a:t>
            </a:r>
            <a:endParaRPr b="1" lang="en-IN" sz="2400" strike="noStrike" u="none">
              <a:solidFill>
                <a:srgbClr val="000000"/>
              </a:solidFill>
              <a:effectLst/>
              <a:uFillTx/>
              <a:latin typeface="Arial"/>
            </a:endParaRPr>
          </a:p>
          <a:p>
            <a:r>
              <a:rPr b="0" lang="en-IN" sz="2100" strike="noStrike" u="none">
                <a:solidFill>
                  <a:srgbClr val="000000"/>
                </a:solidFill>
                <a:effectLst/>
                <a:uFillTx/>
                <a:latin typeface="Arial"/>
              </a:rPr>
              <a:t>This project has been an enriching educational experience, blending programming skills with practical problem-solving and system design knowledge. The support and resources received have been instrumental in its successful completion.</a:t>
            </a:r>
            <a:endParaRPr b="0" lang="en-IN" sz="2100" strike="noStrike" u="none">
              <a:solidFill>
                <a:srgbClr val="000000"/>
              </a:solidFill>
              <a:effectLst/>
              <a:uFillTx/>
              <a:latin typeface="Arial"/>
            </a:endParaRPr>
          </a:p>
          <a:p>
            <a:endParaRPr b="0" lang="en-IN"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Rectangle 4">
            <a:extLst>
              <a:ext uri="{C183D7F6-B498-43B3-948B-1728B52AA6E4}">
                <adec:decorative xmlns:adec="http://schemas.microsoft.com/office/drawing/2017/decorative" val="1"/>
              </a:ext>
            </a:extLst>
          </p:cNvPr>
          <p:cNvSpPr/>
          <p:nvPr/>
        </p:nvSpPr>
        <p:spPr>
          <a:xfrm>
            <a:off x="0" y="0"/>
            <a:ext cx="12190680" cy="6856560"/>
          </a:xfrm>
          <a:prstGeom prst="rect">
            <a:avLst/>
          </a:prstGeom>
          <a:solidFill>
            <a:srgbClr val="000000"/>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sp>
        <p:nvSpPr>
          <p:cNvPr id="182" name="Rectangle 5">
            <a:extLst>
              <a:ext uri="{C183D7F6-B498-43B3-948B-1728B52AA6E4}">
                <adec:decorative xmlns:adec="http://schemas.microsoft.com/office/drawing/2017/decorative" val="1"/>
              </a:ext>
            </a:extLst>
          </p:cNvPr>
          <p:cNvSpPr/>
          <p:nvPr/>
        </p:nvSpPr>
        <p:spPr>
          <a:xfrm>
            <a:off x="327600" y="321840"/>
            <a:ext cx="11549880" cy="6213240"/>
          </a:xfrm>
          <a:prstGeom prst="rect">
            <a:avLst/>
          </a:prstGeom>
          <a:solidFill>
            <a:schemeClr val="accent1"/>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sp>
        <p:nvSpPr>
          <p:cNvPr id="183" name="PlaceHolder 1"/>
          <p:cNvSpPr>
            <a:spLocks noGrp="1"/>
          </p:cNvSpPr>
          <p:nvPr>
            <p:ph type="title"/>
          </p:nvPr>
        </p:nvSpPr>
        <p:spPr>
          <a:xfrm>
            <a:off x="1024200" y="585360"/>
            <a:ext cx="10328400" cy="1498320"/>
          </a:xfrm>
          <a:prstGeom prst="rect">
            <a:avLst/>
          </a:prstGeom>
          <a:noFill/>
          <a:ln w="0">
            <a:noFill/>
          </a:ln>
        </p:spPr>
        <p:txBody>
          <a:bodyPr lIns="91440" rIns="91440" tIns="45720" bIns="45720" anchor="ctr">
            <a:normAutofit/>
          </a:bodyPr>
          <a:p>
            <a:pPr indent="0" defTabSz="914400">
              <a:lnSpc>
                <a:spcPct val="80000"/>
              </a:lnSpc>
              <a:buNone/>
              <a:tabLst>
                <a:tab algn="l" pos="0"/>
              </a:tabLst>
            </a:pPr>
            <a:r>
              <a:rPr b="0" lang="en-IN" sz="5000" spc="99" strike="noStrike" u="none" cap="all">
                <a:solidFill>
                  <a:srgbClr val="ffffff"/>
                </a:solidFill>
                <a:effectLst/>
                <a:uFillTx/>
                <a:latin typeface="Tw Cen MT Condensed"/>
              </a:rPr>
              <a:t>Thank You</a:t>
            </a:r>
            <a:endParaRPr b="0" lang="en-IN" sz="5000" strike="noStrike" u="none">
              <a:solidFill>
                <a:srgbClr val="000000"/>
              </a:solidFill>
              <a:effectLst/>
              <a:uFillTx/>
              <a:latin typeface="Arial"/>
            </a:endParaRPr>
          </a:p>
        </p:txBody>
      </p:sp>
      <p:cxnSp>
        <p:nvCxnSpPr>
          <p:cNvPr id="184" name="Straight Connector 11">
            <a:extLst>
              <a:ext uri="{C183D7F6-B498-43B3-948B-1728B52AA6E4}">
                <adec:decorative xmlns:adec="http://schemas.microsoft.com/office/drawing/2017/decorative" val="1"/>
              </a:ext>
            </a:extLst>
          </p:cNvPr>
          <p:cNvCxnSpPr/>
          <p:nvPr/>
        </p:nvCxnSpPr>
        <p:spPr>
          <a:xfrm flipV="1">
            <a:off x="761760" y="826200"/>
            <a:ext cx="1440" cy="915840"/>
          </a:xfrm>
          <a:prstGeom prst="straightConnector1">
            <a:avLst/>
          </a:prstGeom>
          <a:ln w="19080">
            <a:solidFill>
              <a:srgbClr val="d2effa"/>
            </a:solidFill>
            <a:round/>
          </a:ln>
        </p:spPr>
      </p:cxnSp>
      <p:sp>
        <p:nvSpPr>
          <p:cNvPr id="185" name="PlaceHolder 2"/>
          <p:cNvSpPr>
            <a:spLocks noGrp="1"/>
          </p:cNvSpPr>
          <p:nvPr>
            <p:ph/>
          </p:nvPr>
        </p:nvSpPr>
        <p:spPr>
          <a:xfrm>
            <a:off x="1024200" y="2286000"/>
            <a:ext cx="10328400" cy="386136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tabLst>
                <a:tab algn="l" pos="0"/>
              </a:tabLst>
            </a:pPr>
            <a:endParaRPr b="0" lang="en-IN" sz="2200" strike="noStrike" u="none">
              <a:solidFill>
                <a:srgbClr val="000000"/>
              </a:solidFill>
              <a:effectLst/>
              <a:uFillTx/>
              <a:latin typeface="Arial"/>
            </a:endParaRPr>
          </a:p>
          <a:p>
            <a:pPr marL="91440" indent="0" defTabSz="914400">
              <a:lnSpc>
                <a:spcPct val="90000"/>
              </a:lnSpc>
              <a:spcBef>
                <a:spcPts val="1199"/>
              </a:spcBef>
              <a:spcAft>
                <a:spcPts val="201"/>
              </a:spcAft>
              <a:buNone/>
              <a:tabLst>
                <a:tab algn="l" pos="0"/>
              </a:tabLst>
            </a:pPr>
            <a:r>
              <a:rPr b="0" lang="en-US" sz="1800" strike="noStrike" u="none">
                <a:solidFill>
                  <a:srgbClr val="ffffff"/>
                </a:solidFill>
                <a:effectLst/>
                <a:uFillTx/>
                <a:latin typeface="Tw Cen MT"/>
              </a:rPr>
              <a:t> </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Integral">
  <a:themeElements>
    <a:clrScheme name="Integral">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Integral">
  <a:themeElements>
    <a:clrScheme name="Integral">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Integral">
  <a:themeElements>
    <a:clrScheme name="Integral">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Integral">
  <a:themeElements>
    <a:clrScheme name="Integral">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Integral">
  <a:themeElements>
    <a:clrScheme name="Integral">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Integral">
  <a:themeElements>
    <a:clrScheme name="Integral">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Integral">
  <a:themeElements>
    <a:clrScheme name="Integral">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Integral</Template>
  <TotalTime>41</TotalTime>
  <Application>LibreOffice/25.2.6.2$Windows_X86_64 LibreOffice_project/729c5bfe710f5eb71ed3bbde9e06a6065e9c6c5d</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en-IN</dc:language>
  <cp:lastModifiedBy/>
  <dcterms:modified xsi:type="dcterms:W3CDTF">2025-11-05T18:56:58Z</dcterms:modified>
  <cp:revision>8</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r8>14</vt:r8>
  </property>
</Properties>
</file>